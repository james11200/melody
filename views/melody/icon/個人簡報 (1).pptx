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6858000" cx="9144000"/>
  <p:notesSz cx="6858000" cy="9144000"/>
  <p:embeddedFontLst>
    <p:embeddedFont>
      <p:font typeface="Corbel"/>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19">
          <p15:clr>
            <a:srgbClr val="A4A3A4"/>
          </p15:clr>
        </p15:guide>
        <p15:guide id="2" pos="43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52805F1-FDCC-461D-B903-446EBAE806F2}">
  <a:tblStyle styleId="{D52805F1-FDCC-461D-B903-446EBAE806F2}" styleName="Table_0">
    <a:wholeTbl>
      <a:tcTxStyle b="off" i="off">
        <a:font>
          <a:latin typeface="Corbel"/>
          <a:ea typeface="Corbel"/>
          <a:cs typeface="Corbe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F3F7"/>
          </a:solidFill>
        </a:fill>
      </a:tcStyle>
    </a:wholeTbl>
    <a:band1H>
      <a:tcTxStyle/>
      <a:tcStyle>
        <a:fill>
          <a:solidFill>
            <a:srgbClr val="CDE6EE"/>
          </a:solidFill>
        </a:fill>
      </a:tcStyle>
    </a:band1H>
    <a:band2H>
      <a:tcTxStyle/>
    </a:band2H>
    <a:band1V>
      <a:tcTxStyle/>
      <a:tcStyle>
        <a:fill>
          <a:solidFill>
            <a:srgbClr val="CDE6EE"/>
          </a:solidFill>
        </a:fill>
      </a:tcStyle>
    </a:band1V>
    <a:band2V>
      <a:tcTxStyle/>
    </a:band2V>
    <a:lastCol>
      <a:tcTxStyle b="on" i="off">
        <a:font>
          <a:latin typeface="Corbel"/>
          <a:ea typeface="Corbel"/>
          <a:cs typeface="Corbel"/>
        </a:font>
        <a:schemeClr val="lt1"/>
      </a:tcTxStyle>
      <a:tcStyle>
        <a:fill>
          <a:solidFill>
            <a:schemeClr val="accent1"/>
          </a:solidFill>
        </a:fill>
      </a:tcStyle>
    </a:lastCol>
    <a:firstCol>
      <a:tcTxStyle b="on" i="off">
        <a:font>
          <a:latin typeface="Corbel"/>
          <a:ea typeface="Corbel"/>
          <a:cs typeface="Corbel"/>
        </a:font>
        <a:schemeClr val="lt1"/>
      </a:tcTxStyle>
      <a:tcStyle>
        <a:fill>
          <a:solidFill>
            <a:schemeClr val="accent1"/>
          </a:solidFill>
        </a:fill>
      </a:tcStyle>
    </a:firstCol>
    <a:lastRow>
      <a:tcTxStyle b="on" i="off">
        <a:font>
          <a:latin typeface="Corbel"/>
          <a:ea typeface="Corbel"/>
          <a:cs typeface="Corbe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orbel"/>
          <a:ea typeface="Corbel"/>
          <a:cs typeface="Corbe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19" orient="horz"/>
        <p:guide pos="431"/>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font" Target="fonts/Corbel-regular.fntdata"/><Relationship Id="rId14" Type="http://schemas.openxmlformats.org/officeDocument/2006/relationships/slide" Target="slides/slide8.xml"/><Relationship Id="rId17" Type="http://schemas.openxmlformats.org/officeDocument/2006/relationships/font" Target="fonts/Corbel-italic.fntdata"/><Relationship Id="rId16" Type="http://schemas.openxmlformats.org/officeDocument/2006/relationships/font" Target="fonts/Corbel-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18" Type="http://schemas.openxmlformats.org/officeDocument/2006/relationships/font" Target="fonts/Corbel-boldItalic.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tu.edu.tw/" TargetMode="External"/><Relationship Id="rId3" Type="http://schemas.openxmlformats.org/officeDocument/2006/relationships/hyperlink" Target="https://www.ntu.edu.tw/"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 lvl="0" marL="0" marR="85725" rtl="0" algn="just">
              <a:spcBef>
                <a:spcPts val="0"/>
              </a:spcBef>
              <a:spcAft>
                <a:spcPts val="0"/>
              </a:spcAft>
              <a:buNone/>
            </a:pPr>
            <a:r>
              <a:rPr b="0" i="0" lang="en-US" sz="1600" u="none" strike="noStrike">
                <a:solidFill>
                  <a:srgbClr val="000000"/>
                </a:solidFill>
                <a:latin typeface="Arial"/>
                <a:ea typeface="Arial"/>
                <a:cs typeface="Arial"/>
                <a:sym typeface="Arial"/>
              </a:rPr>
              <a:t>Research Assistance,</a:t>
            </a:r>
            <a:r>
              <a:rPr b="0" i="0" lang="en-US" sz="1600" u="none" strike="noStrike">
                <a:solidFill>
                  <a:srgbClr val="007BFF"/>
                </a:solidFill>
                <a:latin typeface="Arial"/>
                <a:ea typeface="Arial"/>
                <a:cs typeface="Arial"/>
                <a:sym typeface="Arial"/>
              </a:rPr>
              <a:t> </a:t>
            </a:r>
            <a:r>
              <a:rPr b="0" i="0" lang="en-US" sz="1600" u="sng" strike="noStrike">
                <a:solidFill>
                  <a:schemeClr val="hlink"/>
                </a:solidFill>
                <a:latin typeface="Arial"/>
                <a:ea typeface="Arial"/>
                <a:cs typeface="Arial"/>
                <a:sym typeface="Arial"/>
                <a:hlinkClick r:id="rId2"/>
              </a:rPr>
              <a:t>National Taiwan University</a:t>
            </a:r>
            <a:r>
              <a:rPr b="0" i="0" lang="en-US" sz="1600" u="none" strike="noStrike">
                <a:solidFill>
                  <a:srgbClr val="000000"/>
                </a:solidFill>
                <a:latin typeface="Arial"/>
                <a:ea typeface="Arial"/>
                <a:cs typeface="Arial"/>
                <a:sym typeface="Arial"/>
              </a:rPr>
              <a:t>, Taipei, Taiwan</a:t>
            </a:r>
            <a:r>
              <a:rPr b="0" i="0" lang="en-US" sz="1200" u="none" strike="noStrike">
                <a:solidFill>
                  <a:srgbClr val="000000"/>
                </a:solidFill>
                <a:latin typeface="Arial"/>
                <a:ea typeface="Arial"/>
                <a:cs typeface="Arial"/>
                <a:sym typeface="Arial"/>
              </a:rPr>
              <a:t> </a:t>
            </a:r>
            <a:r>
              <a:rPr b="0" i="0" lang="en-US" sz="1200" u="none" strike="noStrike">
                <a:solidFill>
                  <a:srgbClr val="666666"/>
                </a:solidFill>
                <a:latin typeface="Arial"/>
                <a:ea typeface="Arial"/>
                <a:cs typeface="Arial"/>
                <a:sym typeface="Arial"/>
              </a:rPr>
              <a:t>2016/09 –2019/09</a:t>
            </a:r>
            <a:endParaRPr b="0" sz="1200">
              <a:latin typeface="Arial"/>
              <a:ea typeface="Arial"/>
              <a:cs typeface="Arial"/>
              <a:sym typeface="Arial"/>
            </a:endParaRPr>
          </a:p>
          <a:p>
            <a:pPr indent="-69850" lvl="0" marL="0" marR="85725" rtl="0" algn="just">
              <a:lnSpc>
                <a:spcPct val="150000"/>
              </a:lnSpc>
              <a:spcBef>
                <a:spcPts val="0"/>
              </a:spcBef>
              <a:spcAft>
                <a:spcPts val="0"/>
              </a:spcAft>
              <a:buClr>
                <a:srgbClr val="666666"/>
              </a:buClr>
              <a:buSzPts val="1100"/>
              <a:buFont typeface="Arial"/>
              <a:buChar char="•"/>
            </a:pPr>
            <a:r>
              <a:rPr b="0" i="0" lang="en-US" sz="1100" u="none" strike="noStrike">
                <a:solidFill>
                  <a:srgbClr val="666666"/>
                </a:solidFill>
                <a:latin typeface="Arial"/>
                <a:ea typeface="Arial"/>
                <a:cs typeface="Arial"/>
                <a:sym typeface="Arial"/>
              </a:rPr>
              <a:t>Designed and synthesized novel borenium cations featuring a non-innocent 2-coordination ligand, capable of cooperatively activating carbon-oxygen double bonds and amine-boranes. Characterized the borenium compounds by crystallography and NMR spectroscopy.</a:t>
            </a:r>
            <a:endParaRPr/>
          </a:p>
          <a:p>
            <a:pPr indent="-76200" lvl="0" marL="0" marR="85725" rtl="0" algn="just">
              <a:lnSpc>
                <a:spcPct val="150000"/>
              </a:lnSpc>
              <a:spcBef>
                <a:spcPts val="0"/>
              </a:spcBef>
              <a:spcAft>
                <a:spcPts val="0"/>
              </a:spcAft>
              <a:buClr>
                <a:srgbClr val="666666"/>
              </a:buClr>
              <a:buSzPts val="1200"/>
              <a:buFont typeface="Arial"/>
              <a:buChar char="•"/>
            </a:pPr>
            <a:r>
              <a:rPr lang="en-US" sz="1200">
                <a:solidFill>
                  <a:srgbClr val="666666"/>
                </a:solidFill>
                <a:latin typeface="Arial"/>
                <a:ea typeface="Arial"/>
                <a:cs typeface="Arial"/>
                <a:sym typeface="Arial"/>
              </a:rPr>
              <a:t>Implemented the DFT methodology within the Gaussian computational framework to calculate compounds' HOMO and LUMO energies, identifying transition states, and assessing electronic properties, providing valuable insights into chemical behaviors. </a:t>
            </a:r>
            <a:endParaRPr/>
          </a:p>
          <a:p>
            <a:pPr indent="9525" lvl="0" marL="0" marR="85725" rtl="0" algn="just">
              <a:spcBef>
                <a:spcPts val="0"/>
              </a:spcBef>
              <a:spcAft>
                <a:spcPts val="0"/>
              </a:spcAft>
              <a:buNone/>
            </a:pPr>
            <a:r>
              <a:rPr b="0" i="0" lang="en-US" sz="1800" u="none" strike="noStrike">
                <a:solidFill>
                  <a:srgbClr val="000000"/>
                </a:solidFill>
                <a:latin typeface="Arial"/>
                <a:ea typeface="Arial"/>
                <a:cs typeface="Arial"/>
                <a:sym typeface="Arial"/>
              </a:rPr>
              <a:t>Teaching Assistance,</a:t>
            </a:r>
            <a:r>
              <a:rPr b="0" i="0" lang="en-US" sz="1800" u="none" strike="noStrike">
                <a:solidFill>
                  <a:srgbClr val="007BFF"/>
                </a:solidFill>
                <a:latin typeface="Arial"/>
                <a:ea typeface="Arial"/>
                <a:cs typeface="Arial"/>
                <a:sym typeface="Arial"/>
              </a:rPr>
              <a:t> </a:t>
            </a:r>
            <a:r>
              <a:rPr b="0" i="0" lang="en-US" sz="1800" u="sng" strike="noStrike">
                <a:solidFill>
                  <a:schemeClr val="hlink"/>
                </a:solidFill>
                <a:latin typeface="Arial"/>
                <a:ea typeface="Arial"/>
                <a:cs typeface="Arial"/>
                <a:sym typeface="Arial"/>
                <a:hlinkClick r:id="rId3"/>
              </a:rPr>
              <a:t>National Taiwan University</a:t>
            </a:r>
            <a:r>
              <a:rPr b="0" i="0" lang="en-US" sz="1800" u="none" strike="noStrike">
                <a:solidFill>
                  <a:srgbClr val="000000"/>
                </a:solidFill>
                <a:latin typeface="Arial"/>
                <a:ea typeface="Arial"/>
                <a:cs typeface="Arial"/>
                <a:sym typeface="Arial"/>
              </a:rPr>
              <a:t>, Taipei, Taiwan</a:t>
            </a:r>
            <a:r>
              <a:rPr b="0" i="0" lang="en-US" sz="1400" u="none" strike="noStrike">
                <a:solidFill>
                  <a:srgbClr val="000000"/>
                </a:solidFill>
                <a:latin typeface="Arial"/>
                <a:ea typeface="Arial"/>
                <a:cs typeface="Arial"/>
                <a:sym typeface="Arial"/>
              </a:rPr>
              <a:t> </a:t>
            </a:r>
            <a:r>
              <a:rPr b="0" i="0" lang="en-US" sz="1400" u="none" strike="noStrike">
                <a:solidFill>
                  <a:srgbClr val="666666"/>
                </a:solidFill>
                <a:latin typeface="Arial"/>
                <a:ea typeface="Arial"/>
                <a:cs typeface="Arial"/>
                <a:sym typeface="Arial"/>
              </a:rPr>
              <a:t>2016/09 –2017/06</a:t>
            </a:r>
            <a:endParaRPr b="0" sz="1400">
              <a:latin typeface="Arial"/>
              <a:ea typeface="Arial"/>
              <a:cs typeface="Arial"/>
              <a:sym typeface="Arial"/>
            </a:endParaRPr>
          </a:p>
          <a:p>
            <a:pPr indent="-76200" lvl="0" marL="0" marR="85725" rtl="0" algn="just">
              <a:lnSpc>
                <a:spcPct val="150000"/>
              </a:lnSpc>
              <a:spcBef>
                <a:spcPts val="0"/>
              </a:spcBef>
              <a:spcAft>
                <a:spcPts val="0"/>
              </a:spcAft>
              <a:buClr>
                <a:srgbClr val="666666"/>
              </a:buClr>
              <a:buSzPts val="1200"/>
              <a:buFont typeface="Arial"/>
              <a:buChar char="•"/>
            </a:pPr>
            <a:r>
              <a:rPr b="0" i="0" lang="en-US" sz="1200" u="none" strike="noStrike">
                <a:solidFill>
                  <a:srgbClr val="666666"/>
                </a:solidFill>
                <a:latin typeface="Arial"/>
                <a:ea typeface="Arial"/>
                <a:cs typeface="Arial"/>
                <a:sym typeface="Arial"/>
              </a:rPr>
              <a:t>Served as a teaching assistant for general chemistry laboratory courses, instructing more than 30 students in the principles of chemical experiments and equipment operation.</a:t>
            </a:r>
            <a:endParaRPr sz="1400">
              <a:solidFill>
                <a:srgbClr val="666666"/>
              </a:solidFill>
              <a:latin typeface="Arial"/>
              <a:ea typeface="Arial"/>
              <a:cs typeface="Arial"/>
              <a:sym typeface="Arial"/>
            </a:endParaRPr>
          </a:p>
          <a:p>
            <a:pPr indent="0" lvl="0" marL="0" rtl="0" algn="l">
              <a:spcBef>
                <a:spcPts val="0"/>
              </a:spcBef>
              <a:spcAft>
                <a:spcPts val="0"/>
              </a:spcAft>
              <a:buNone/>
            </a:pPr>
            <a:r>
              <a:t/>
            </a:r>
            <a:endParaRPr/>
          </a:p>
        </p:txBody>
      </p:sp>
      <p:sp>
        <p:nvSpPr>
          <p:cNvPr id="108" name="Google Shape;10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7b36f9831d_1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g27b36f9831d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Motivation:</a:t>
            </a:r>
            <a:endParaRPr/>
          </a:p>
          <a:p>
            <a:pPr indent="0" lvl="0" marL="0" rtl="0" algn="l">
              <a:spcBef>
                <a:spcPts val="0"/>
              </a:spcBef>
              <a:spcAft>
                <a:spcPts val="0"/>
              </a:spcAft>
              <a:buNone/>
            </a:pPr>
            <a:r>
              <a:rPr lang="en-US" sz="1200">
                <a:latin typeface="Arial"/>
                <a:ea typeface="Arial"/>
                <a:cs typeface="Arial"/>
                <a:sym typeface="Arial"/>
              </a:rPr>
              <a:t>The motivation behind this project was to address the challenge of noisy and inconsistent data that often affects the performance of deep learning models. Traditional noise reduction techniques didn't seem to fully capture the complexity of the noise patterns, so I decided to design an adaptive median filter that could better handle varying levels of noise."</a:t>
            </a:r>
            <a:endParaRPr/>
          </a:p>
          <a:p>
            <a:pPr indent="0" lvl="0" marL="0" rtl="0" algn="l">
              <a:spcBef>
                <a:spcPts val="0"/>
              </a:spcBef>
              <a:spcAft>
                <a:spcPts val="0"/>
              </a:spcAft>
              <a:buNone/>
            </a:pPr>
            <a:r>
              <a:rPr b="1" i="0" lang="en-US">
                <a:latin typeface="Arial"/>
                <a:ea typeface="Arial"/>
                <a:cs typeface="Arial"/>
                <a:sym typeface="Arial"/>
              </a:rPr>
              <a:t>Development Process:</a:t>
            </a:r>
            <a:r>
              <a:rPr b="0" i="0" lang="en-US">
                <a:solidFill>
                  <a:srgbClr val="D1D5DB"/>
                </a:solidFill>
                <a:latin typeface="Arial"/>
                <a:ea typeface="Arial"/>
                <a:cs typeface="Arial"/>
                <a:sym typeface="Arial"/>
              </a:rPr>
              <a:t> "I started by researching and implementing the adaptive median filter algorithm in Python. This filter dynamically adjusts its filtering window size based on the local noise level in the image. This way, it can effectively preserve edge details while effectively reducing noise. Once the filter was working accurately, I integrated it into a CNN architecture using the Tensorflow API to create a robust end-to-end deep learning model."</a:t>
            </a:r>
            <a:endParaRPr/>
          </a:p>
        </p:txBody>
      </p:sp>
      <p:sp>
        <p:nvSpPr>
          <p:cNvPr id="119" name="Google Shape;119;g27b36f9831d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Motivation:</a:t>
            </a:r>
            <a:endParaRPr/>
          </a:p>
          <a:p>
            <a:pPr indent="0" lvl="0" marL="0" rtl="0" algn="l">
              <a:spcBef>
                <a:spcPts val="0"/>
              </a:spcBef>
              <a:spcAft>
                <a:spcPts val="0"/>
              </a:spcAft>
              <a:buNone/>
            </a:pPr>
            <a:r>
              <a:rPr lang="en-US" sz="1200">
                <a:latin typeface="Arial"/>
                <a:ea typeface="Arial"/>
                <a:cs typeface="Arial"/>
                <a:sym typeface="Arial"/>
              </a:rPr>
              <a:t>The motivation behind this project was to address the challenge of noisy and inconsistent data that often affects the performance of deep learning models. Traditional noise reduction techniques didn't seem to fully capture the complexity of the noise patterns, so I decided to design an adaptive median filter that could better handle varying levels of noise."</a:t>
            </a:r>
            <a:endParaRPr/>
          </a:p>
          <a:p>
            <a:pPr indent="0" lvl="0" marL="0" rtl="0" algn="l">
              <a:spcBef>
                <a:spcPts val="0"/>
              </a:spcBef>
              <a:spcAft>
                <a:spcPts val="0"/>
              </a:spcAft>
              <a:buNone/>
            </a:pPr>
            <a:r>
              <a:rPr b="1" i="0" lang="en-US">
                <a:latin typeface="Arial"/>
                <a:ea typeface="Arial"/>
                <a:cs typeface="Arial"/>
                <a:sym typeface="Arial"/>
              </a:rPr>
              <a:t>Development Process:</a:t>
            </a:r>
            <a:r>
              <a:rPr b="0" i="0" lang="en-US">
                <a:solidFill>
                  <a:srgbClr val="D1D5DB"/>
                </a:solidFill>
                <a:latin typeface="Arial"/>
                <a:ea typeface="Arial"/>
                <a:cs typeface="Arial"/>
                <a:sym typeface="Arial"/>
              </a:rPr>
              <a:t> "I started by researching and implementing the adaptive median filter algorithm in Python. This filter dynamically adjusts its filtering window size based on the local noise level in the image. This way, it can effectively preserve edge details while effectively reducing noise. Once the filter was working accurately, I integrated it into a CNN architecture using the Tensorflow API to create a robust end-to-end deep learning model."</a:t>
            </a:r>
            <a:endParaRPr/>
          </a:p>
        </p:txBody>
      </p:sp>
      <p:sp>
        <p:nvSpPr>
          <p:cNvPr id="129" name="Google Shape;12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Motivation:</a:t>
            </a:r>
            <a:endParaRPr/>
          </a:p>
          <a:p>
            <a:pPr indent="0" lvl="0" marL="0" rtl="0" algn="l">
              <a:spcBef>
                <a:spcPts val="0"/>
              </a:spcBef>
              <a:spcAft>
                <a:spcPts val="0"/>
              </a:spcAft>
              <a:buNone/>
            </a:pPr>
            <a:r>
              <a:rPr lang="en-US" sz="1200">
                <a:latin typeface="Arial"/>
                <a:ea typeface="Arial"/>
                <a:cs typeface="Arial"/>
                <a:sym typeface="Arial"/>
              </a:rPr>
              <a:t>The motivation behind this project was to address the challenge of noisy and inconsistent data that often affects the performance of deep learning models. Traditional noise reduction techniques didn't seem to fully capture the complexity of the noise patterns, so I decided to design an adaptive median filter that could better handle varying levels of noise."</a:t>
            </a:r>
            <a:endParaRPr/>
          </a:p>
          <a:p>
            <a:pPr indent="0" lvl="0" marL="0" rtl="0" algn="l">
              <a:spcBef>
                <a:spcPts val="0"/>
              </a:spcBef>
              <a:spcAft>
                <a:spcPts val="0"/>
              </a:spcAft>
              <a:buNone/>
            </a:pPr>
            <a:r>
              <a:rPr b="1" i="0" lang="en-US">
                <a:latin typeface="Arial"/>
                <a:ea typeface="Arial"/>
                <a:cs typeface="Arial"/>
                <a:sym typeface="Arial"/>
              </a:rPr>
              <a:t>Development Process:</a:t>
            </a:r>
            <a:r>
              <a:rPr b="0" i="0" lang="en-US">
                <a:solidFill>
                  <a:srgbClr val="D1D5DB"/>
                </a:solidFill>
                <a:latin typeface="Arial"/>
                <a:ea typeface="Arial"/>
                <a:cs typeface="Arial"/>
                <a:sym typeface="Arial"/>
              </a:rPr>
              <a:t> "I started by researching and implementing the adaptive median filter algorithm in Python. This filter dynamically adjusts its filtering window size based on the local noise level in the image. This way, it can effectively preserve edge details while effectively reducing noise. Once the filter was working accurately, I integrated it into a CNN architecture using the Tensorflow API to create a robust end-to-end deep learning model."</a:t>
            </a:r>
            <a:endParaRPr/>
          </a:p>
        </p:txBody>
      </p:sp>
      <p:sp>
        <p:nvSpPr>
          <p:cNvPr id="144" name="Google Shape;14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3d83d4576b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3d83d4576b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g23d83d4576b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7" name="Shape 17"/>
        <p:cNvGrpSpPr/>
        <p:nvPr/>
      </p:nvGrpSpPr>
      <p:grpSpPr>
        <a:xfrm>
          <a:off x="0" y="0"/>
          <a:ext cx="0" cy="0"/>
          <a:chOff x="0" y="0"/>
          <a:chExt cx="0" cy="0"/>
        </a:xfrm>
      </p:grpSpPr>
      <p:sp>
        <p:nvSpPr>
          <p:cNvPr id="18" name="Google Shape;18;p2"/>
          <p:cNvSpPr/>
          <p:nvPr/>
        </p:nvSpPr>
        <p:spPr>
          <a:xfrm>
            <a:off x="1" y="762000"/>
            <a:ext cx="6856214" cy="5334001"/>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6952697" y="762000"/>
            <a:ext cx="2193989" cy="5334001"/>
          </a:xfrm>
          <a:prstGeom prst="rect">
            <a:avLst/>
          </a:prstGeom>
          <a:solidFill>
            <a:srgbClr val="C3C3C3">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txBox="1"/>
          <p:nvPr>
            <p:ph type="ctrTitle"/>
          </p:nvPr>
        </p:nvSpPr>
        <p:spPr>
          <a:xfrm>
            <a:off x="802386" y="1298448"/>
            <a:ext cx="5486400" cy="325526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FFFF"/>
              </a:buClr>
              <a:buSzPts val="5400"/>
              <a:buFont typeface="Corbel"/>
              <a:buNone/>
              <a:defRPr sz="54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2"/>
          <p:cNvSpPr txBox="1"/>
          <p:nvPr>
            <p:ph idx="1" type="subTitle"/>
          </p:nvPr>
        </p:nvSpPr>
        <p:spPr>
          <a:xfrm>
            <a:off x="825011" y="4670246"/>
            <a:ext cx="5486400" cy="9144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000"/>
              <a:buNone/>
              <a:defRPr sz="2000" cap="none">
                <a:solidFill>
                  <a:srgbClr val="D7F0F6"/>
                </a:solidFill>
              </a:defRPr>
            </a:lvl1pPr>
            <a:lvl2pPr lvl="1" algn="ctr">
              <a:lnSpc>
                <a:spcPct val="90000"/>
              </a:lnSpc>
              <a:spcBef>
                <a:spcPts val="250"/>
              </a:spcBef>
              <a:spcAft>
                <a:spcPts val="0"/>
              </a:spcAft>
              <a:buSzPts val="2000"/>
              <a:buNone/>
              <a:defRPr sz="2000"/>
            </a:lvl2pPr>
            <a:lvl3pPr lvl="2" algn="ctr">
              <a:lnSpc>
                <a:spcPct val="90000"/>
              </a:lnSpc>
              <a:spcBef>
                <a:spcPts val="250"/>
              </a:spcBef>
              <a:spcAft>
                <a:spcPts val="0"/>
              </a:spcAft>
              <a:buSzPts val="2000"/>
              <a:buNone/>
              <a:defRPr sz="2000"/>
            </a:lvl3pPr>
            <a:lvl4pPr lvl="3" algn="ctr">
              <a:lnSpc>
                <a:spcPct val="90000"/>
              </a:lnSpc>
              <a:spcBef>
                <a:spcPts val="250"/>
              </a:spcBef>
              <a:spcAft>
                <a:spcPts val="0"/>
              </a:spcAft>
              <a:buSzPts val="2000"/>
              <a:buNone/>
              <a:defRPr sz="2000"/>
            </a:lvl4pPr>
            <a:lvl5pPr lvl="4" algn="ctr">
              <a:lnSpc>
                <a:spcPct val="90000"/>
              </a:lnSpc>
              <a:spcBef>
                <a:spcPts val="250"/>
              </a:spcBef>
              <a:spcAft>
                <a:spcPts val="0"/>
              </a:spcAft>
              <a:buSzPts val="2000"/>
              <a:buNone/>
              <a:defRPr sz="2000"/>
            </a:lvl5pPr>
            <a:lvl6pPr lvl="5" algn="ctr">
              <a:lnSpc>
                <a:spcPct val="90000"/>
              </a:lnSpc>
              <a:spcBef>
                <a:spcPts val="250"/>
              </a:spcBef>
              <a:spcAft>
                <a:spcPts val="0"/>
              </a:spcAft>
              <a:buSzPts val="2000"/>
              <a:buNone/>
              <a:defRPr sz="2000"/>
            </a:lvl6pPr>
            <a:lvl7pPr lvl="6" algn="ctr">
              <a:lnSpc>
                <a:spcPct val="90000"/>
              </a:lnSpc>
              <a:spcBef>
                <a:spcPts val="250"/>
              </a:spcBef>
              <a:spcAft>
                <a:spcPts val="0"/>
              </a:spcAft>
              <a:buSzPts val="2000"/>
              <a:buNone/>
              <a:defRPr sz="2000"/>
            </a:lvl7pPr>
            <a:lvl8pPr lvl="7" algn="ctr">
              <a:lnSpc>
                <a:spcPct val="90000"/>
              </a:lnSpc>
              <a:spcBef>
                <a:spcPts val="250"/>
              </a:spcBef>
              <a:spcAft>
                <a:spcPts val="0"/>
              </a:spcAft>
              <a:buSzPts val="2000"/>
              <a:buNone/>
              <a:defRPr sz="2000"/>
            </a:lvl8pPr>
            <a:lvl9pPr lvl="8" algn="ctr">
              <a:lnSpc>
                <a:spcPct val="90000"/>
              </a:lnSpc>
              <a:spcBef>
                <a:spcPts val="250"/>
              </a:spcBef>
              <a:spcAft>
                <a:spcPts val="250"/>
              </a:spcAft>
              <a:buSzPts val="2000"/>
              <a:buNone/>
              <a:defRPr sz="2000"/>
            </a:lvl9pPr>
          </a:lstStyle>
          <a:p/>
        </p:txBody>
      </p:sp>
      <p:sp>
        <p:nvSpPr>
          <p:cNvPr id="22" name="Google Shape;22;p2"/>
          <p:cNvSpPr txBox="1"/>
          <p:nvPr>
            <p:ph idx="10" type="dt"/>
          </p:nvPr>
        </p:nvSpPr>
        <p:spPr>
          <a:xfrm>
            <a:off x="196849"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
          <p:cNvSpPr txBox="1"/>
          <p:nvPr>
            <p:ph idx="11" type="ftr"/>
          </p:nvPr>
        </p:nvSpPr>
        <p:spPr>
          <a:xfrm>
            <a:off x="2901951" y="6356351"/>
            <a:ext cx="443363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
          <p:cNvSpPr txBox="1"/>
          <p:nvPr>
            <p:ph idx="12" type="sldNum"/>
          </p:nvPr>
        </p:nvSpPr>
        <p:spPr>
          <a:xfrm>
            <a:off x="7975602" y="6356351"/>
            <a:ext cx="114819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25" name="Shape 25"/>
        <p:cNvGrpSpPr/>
        <p:nvPr/>
      </p:nvGrpSpPr>
      <p:grpSpPr>
        <a:xfrm>
          <a:off x="0" y="0"/>
          <a:ext cx="0" cy="0"/>
          <a:chOff x="0" y="0"/>
          <a:chExt cx="0" cy="0"/>
        </a:xfrm>
      </p:grpSpPr>
      <p:sp>
        <p:nvSpPr>
          <p:cNvPr id="26" name="Google Shape;26;p3"/>
          <p:cNvSpPr txBox="1"/>
          <p:nvPr>
            <p:ph idx="10" type="dt"/>
          </p:nvPr>
        </p:nvSpPr>
        <p:spPr>
          <a:xfrm>
            <a:off x="196849"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1" type="ftr"/>
          </p:nvPr>
        </p:nvSpPr>
        <p:spPr>
          <a:xfrm>
            <a:off x="2901951" y="6356351"/>
            <a:ext cx="443363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
          <p:cNvSpPr txBox="1"/>
          <p:nvPr>
            <p:ph idx="12" type="sldNum"/>
          </p:nvPr>
        </p:nvSpPr>
        <p:spPr>
          <a:xfrm>
            <a:off x="7975602" y="6356351"/>
            <a:ext cx="114819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 name="Shape 29"/>
        <p:cNvGrpSpPr/>
        <p:nvPr/>
      </p:nvGrpSpPr>
      <p:grpSpPr>
        <a:xfrm>
          <a:off x="0" y="0"/>
          <a:ext cx="0" cy="0"/>
          <a:chOff x="0" y="0"/>
          <a:chExt cx="0" cy="0"/>
        </a:xfrm>
      </p:grpSpPr>
      <p:sp>
        <p:nvSpPr>
          <p:cNvPr id="30" name="Google Shape;30;p4"/>
          <p:cNvSpPr txBox="1"/>
          <p:nvPr>
            <p:ph type="title"/>
          </p:nvPr>
        </p:nvSpPr>
        <p:spPr>
          <a:xfrm>
            <a:off x="189689" y="1123838"/>
            <a:ext cx="2210612" cy="460118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body"/>
          </p:nvPr>
        </p:nvSpPr>
        <p:spPr>
          <a:xfrm>
            <a:off x="2901951" y="864108"/>
            <a:ext cx="5486400" cy="5120640"/>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200"/>
              </a:spcBef>
              <a:spcAft>
                <a:spcPts val="0"/>
              </a:spcAft>
              <a:buSzPts val="1800"/>
              <a:buChar char="●"/>
              <a:defRPr/>
            </a:lvl1pPr>
            <a:lvl2pPr indent="-342900" lvl="1" marL="914400" algn="l">
              <a:lnSpc>
                <a:spcPct val="90000"/>
              </a:lnSpc>
              <a:spcBef>
                <a:spcPts val="250"/>
              </a:spcBef>
              <a:spcAft>
                <a:spcPts val="0"/>
              </a:spcAft>
              <a:buSzPts val="1800"/>
              <a:buChar char="●"/>
              <a:defRPr/>
            </a:lvl2pPr>
            <a:lvl3pPr indent="-342900" lvl="2" marL="1371600" algn="l">
              <a:lnSpc>
                <a:spcPct val="90000"/>
              </a:lnSpc>
              <a:spcBef>
                <a:spcPts val="250"/>
              </a:spcBef>
              <a:spcAft>
                <a:spcPts val="0"/>
              </a:spcAft>
              <a:buSzPts val="1800"/>
              <a:buChar char="●"/>
              <a:defRPr/>
            </a:lvl3pPr>
            <a:lvl4pPr indent="-342900" lvl="3" marL="1828800" algn="l">
              <a:lnSpc>
                <a:spcPct val="90000"/>
              </a:lnSpc>
              <a:spcBef>
                <a:spcPts val="250"/>
              </a:spcBef>
              <a:spcAft>
                <a:spcPts val="0"/>
              </a:spcAft>
              <a:buSzPts val="1800"/>
              <a:buChar char="●"/>
              <a:defRPr/>
            </a:lvl4pPr>
            <a:lvl5pPr indent="-342900" lvl="4" marL="2286000" algn="l">
              <a:lnSpc>
                <a:spcPct val="90000"/>
              </a:lnSpc>
              <a:spcBef>
                <a:spcPts val="250"/>
              </a:spcBef>
              <a:spcAft>
                <a:spcPts val="0"/>
              </a:spcAft>
              <a:buSzPts val="1800"/>
              <a:buChar char="●"/>
              <a:defRPr/>
            </a:lvl5pPr>
            <a:lvl6pPr indent="-342900" lvl="5" marL="2743200" algn="l">
              <a:lnSpc>
                <a:spcPct val="90000"/>
              </a:lnSpc>
              <a:spcBef>
                <a:spcPts val="250"/>
              </a:spcBef>
              <a:spcAft>
                <a:spcPts val="0"/>
              </a:spcAft>
              <a:buSzPts val="1800"/>
              <a:buChar char="●"/>
              <a:defRPr/>
            </a:lvl6pPr>
            <a:lvl7pPr indent="-342900" lvl="6" marL="3200400" algn="l">
              <a:lnSpc>
                <a:spcPct val="90000"/>
              </a:lnSpc>
              <a:spcBef>
                <a:spcPts val="250"/>
              </a:spcBef>
              <a:spcAft>
                <a:spcPts val="0"/>
              </a:spcAft>
              <a:buSzPts val="1800"/>
              <a:buChar char="●"/>
              <a:defRPr/>
            </a:lvl7pPr>
            <a:lvl8pPr indent="-342900" lvl="7" marL="3657600" algn="l">
              <a:lnSpc>
                <a:spcPct val="90000"/>
              </a:lnSpc>
              <a:spcBef>
                <a:spcPts val="250"/>
              </a:spcBef>
              <a:spcAft>
                <a:spcPts val="0"/>
              </a:spcAft>
              <a:buSzPts val="1800"/>
              <a:buChar char="●"/>
              <a:defRPr/>
            </a:lvl8pPr>
            <a:lvl9pPr indent="-342900" lvl="8" marL="4114800" algn="l">
              <a:lnSpc>
                <a:spcPct val="90000"/>
              </a:lnSpc>
              <a:spcBef>
                <a:spcPts val="250"/>
              </a:spcBef>
              <a:spcAft>
                <a:spcPts val="250"/>
              </a:spcAft>
              <a:buSzPts val="1800"/>
              <a:buChar char="●"/>
              <a:defRPr/>
            </a:lvl9pPr>
          </a:lstStyle>
          <a:p/>
        </p:txBody>
      </p:sp>
      <p:sp>
        <p:nvSpPr>
          <p:cNvPr id="32" name="Google Shape;32;p4"/>
          <p:cNvSpPr txBox="1"/>
          <p:nvPr>
            <p:ph idx="10" type="dt"/>
          </p:nvPr>
        </p:nvSpPr>
        <p:spPr>
          <a:xfrm>
            <a:off x="196849"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2901951" y="6356351"/>
            <a:ext cx="443363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7975602" y="6356351"/>
            <a:ext cx="114819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5" name="Shape 35"/>
        <p:cNvGrpSpPr/>
        <p:nvPr/>
      </p:nvGrpSpPr>
      <p:grpSpPr>
        <a:xfrm>
          <a:off x="0" y="0"/>
          <a:ext cx="0" cy="0"/>
          <a:chOff x="0" y="0"/>
          <a:chExt cx="0" cy="0"/>
        </a:xfrm>
      </p:grpSpPr>
      <p:sp>
        <p:nvSpPr>
          <p:cNvPr id="36" name="Google Shape;36;p5"/>
          <p:cNvSpPr txBox="1"/>
          <p:nvPr>
            <p:ph type="title"/>
          </p:nvPr>
        </p:nvSpPr>
        <p:spPr>
          <a:xfrm>
            <a:off x="2900934" y="1298448"/>
            <a:ext cx="5486400" cy="325526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595959"/>
              </a:buClr>
              <a:buSzPts val="5400"/>
              <a:buFont typeface="Corbel"/>
              <a:buNone/>
              <a:defRPr b="0" sz="5400">
                <a:solidFill>
                  <a:srgbClr val="59595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5"/>
          <p:cNvSpPr txBox="1"/>
          <p:nvPr>
            <p:ph idx="1" type="body"/>
          </p:nvPr>
        </p:nvSpPr>
        <p:spPr>
          <a:xfrm>
            <a:off x="2914650" y="4672584"/>
            <a:ext cx="5486400" cy="9144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000"/>
              <a:buNone/>
              <a:defRPr sz="2000" cap="none">
                <a:solidFill>
                  <a:srgbClr val="595959"/>
                </a:solidFill>
              </a:defRPr>
            </a:lvl1pPr>
            <a:lvl2pPr indent="-228600" lvl="1" marL="914400" algn="l">
              <a:lnSpc>
                <a:spcPct val="90000"/>
              </a:lnSpc>
              <a:spcBef>
                <a:spcPts val="250"/>
              </a:spcBef>
              <a:spcAft>
                <a:spcPts val="0"/>
              </a:spcAft>
              <a:buSzPts val="1800"/>
              <a:buNone/>
              <a:defRPr sz="1800">
                <a:solidFill>
                  <a:srgbClr val="888888"/>
                </a:solidFill>
              </a:defRPr>
            </a:lvl2pPr>
            <a:lvl3pPr indent="-228600" lvl="2" marL="1371600" algn="l">
              <a:lnSpc>
                <a:spcPct val="90000"/>
              </a:lnSpc>
              <a:spcBef>
                <a:spcPts val="250"/>
              </a:spcBef>
              <a:spcAft>
                <a:spcPts val="0"/>
              </a:spcAft>
              <a:buSzPts val="1600"/>
              <a:buNone/>
              <a:defRPr sz="1600">
                <a:solidFill>
                  <a:srgbClr val="888888"/>
                </a:solidFill>
              </a:defRPr>
            </a:lvl3pPr>
            <a:lvl4pPr indent="-228600" lvl="3" marL="1828800" algn="l">
              <a:lnSpc>
                <a:spcPct val="90000"/>
              </a:lnSpc>
              <a:spcBef>
                <a:spcPts val="250"/>
              </a:spcBef>
              <a:spcAft>
                <a:spcPts val="0"/>
              </a:spcAft>
              <a:buSzPts val="1400"/>
              <a:buNone/>
              <a:defRPr sz="1400">
                <a:solidFill>
                  <a:srgbClr val="888888"/>
                </a:solidFill>
              </a:defRPr>
            </a:lvl4pPr>
            <a:lvl5pPr indent="-228600" lvl="4" marL="2286000" algn="l">
              <a:lnSpc>
                <a:spcPct val="90000"/>
              </a:lnSpc>
              <a:spcBef>
                <a:spcPts val="250"/>
              </a:spcBef>
              <a:spcAft>
                <a:spcPts val="0"/>
              </a:spcAft>
              <a:buSzPts val="1400"/>
              <a:buNone/>
              <a:defRPr sz="1400">
                <a:solidFill>
                  <a:srgbClr val="888888"/>
                </a:solidFill>
              </a:defRPr>
            </a:lvl5pPr>
            <a:lvl6pPr indent="-228600" lvl="5" marL="2743200" algn="l">
              <a:lnSpc>
                <a:spcPct val="90000"/>
              </a:lnSpc>
              <a:spcBef>
                <a:spcPts val="250"/>
              </a:spcBef>
              <a:spcAft>
                <a:spcPts val="0"/>
              </a:spcAft>
              <a:buSzPts val="1400"/>
              <a:buNone/>
              <a:defRPr sz="1400">
                <a:solidFill>
                  <a:srgbClr val="888888"/>
                </a:solidFill>
              </a:defRPr>
            </a:lvl6pPr>
            <a:lvl7pPr indent="-228600" lvl="6" marL="3200400" algn="l">
              <a:lnSpc>
                <a:spcPct val="90000"/>
              </a:lnSpc>
              <a:spcBef>
                <a:spcPts val="250"/>
              </a:spcBef>
              <a:spcAft>
                <a:spcPts val="0"/>
              </a:spcAft>
              <a:buSzPts val="1400"/>
              <a:buNone/>
              <a:defRPr sz="1400">
                <a:solidFill>
                  <a:srgbClr val="888888"/>
                </a:solidFill>
              </a:defRPr>
            </a:lvl7pPr>
            <a:lvl8pPr indent="-228600" lvl="7" marL="3657600" algn="l">
              <a:lnSpc>
                <a:spcPct val="90000"/>
              </a:lnSpc>
              <a:spcBef>
                <a:spcPts val="250"/>
              </a:spcBef>
              <a:spcAft>
                <a:spcPts val="0"/>
              </a:spcAft>
              <a:buSzPts val="1400"/>
              <a:buNone/>
              <a:defRPr sz="1400">
                <a:solidFill>
                  <a:srgbClr val="888888"/>
                </a:solidFill>
              </a:defRPr>
            </a:lvl8pPr>
            <a:lvl9pPr indent="-228600" lvl="8" marL="4114800" algn="l">
              <a:lnSpc>
                <a:spcPct val="90000"/>
              </a:lnSpc>
              <a:spcBef>
                <a:spcPts val="250"/>
              </a:spcBef>
              <a:spcAft>
                <a:spcPts val="250"/>
              </a:spcAft>
              <a:buSzPts val="1400"/>
              <a:buNone/>
              <a:defRPr sz="1400">
                <a:solidFill>
                  <a:srgbClr val="888888"/>
                </a:solidFill>
              </a:defRPr>
            </a:lvl9pPr>
          </a:lstStyle>
          <a:p/>
        </p:txBody>
      </p:sp>
      <p:sp>
        <p:nvSpPr>
          <p:cNvPr id="38" name="Google Shape;38;p5"/>
          <p:cNvSpPr txBox="1"/>
          <p:nvPr>
            <p:ph idx="10" type="dt"/>
          </p:nvPr>
        </p:nvSpPr>
        <p:spPr>
          <a:xfrm>
            <a:off x="196849"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1" type="ftr"/>
          </p:nvPr>
        </p:nvSpPr>
        <p:spPr>
          <a:xfrm>
            <a:off x="2901951" y="6356351"/>
            <a:ext cx="443363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5"/>
          <p:cNvSpPr txBox="1"/>
          <p:nvPr>
            <p:ph idx="12" type="sldNum"/>
          </p:nvPr>
        </p:nvSpPr>
        <p:spPr>
          <a:xfrm>
            <a:off x="7975602" y="6356351"/>
            <a:ext cx="114819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1" name="Shape 41"/>
        <p:cNvGrpSpPr/>
        <p:nvPr/>
      </p:nvGrpSpPr>
      <p:grpSpPr>
        <a:xfrm>
          <a:off x="0" y="0"/>
          <a:ext cx="0" cy="0"/>
          <a:chOff x="0" y="0"/>
          <a:chExt cx="0" cy="0"/>
        </a:xfrm>
      </p:grpSpPr>
      <p:sp>
        <p:nvSpPr>
          <p:cNvPr id="42" name="Google Shape;42;p6"/>
          <p:cNvSpPr txBox="1"/>
          <p:nvPr>
            <p:ph type="title"/>
          </p:nvPr>
        </p:nvSpPr>
        <p:spPr>
          <a:xfrm>
            <a:off x="189689" y="1123838"/>
            <a:ext cx="2210612" cy="460118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6"/>
          <p:cNvSpPr txBox="1"/>
          <p:nvPr>
            <p:ph idx="1" type="body"/>
          </p:nvPr>
        </p:nvSpPr>
        <p:spPr>
          <a:xfrm>
            <a:off x="2900934" y="868680"/>
            <a:ext cx="2606040" cy="5120640"/>
          </a:xfrm>
          <a:prstGeom prst="rect">
            <a:avLst/>
          </a:prstGeom>
          <a:noFill/>
          <a:ln>
            <a:noFill/>
          </a:ln>
        </p:spPr>
        <p:txBody>
          <a:bodyPr anchorCtr="0" anchor="ctr" bIns="45700" lIns="91425" spcFirstLastPara="1" rIns="91425" wrap="square" tIns="45700">
            <a:normAutofit/>
          </a:bodyPr>
          <a:lstStyle>
            <a:lvl1pPr indent="-349250" lvl="0" marL="457200" algn="l">
              <a:lnSpc>
                <a:spcPct val="90000"/>
              </a:lnSpc>
              <a:spcBef>
                <a:spcPts val="1200"/>
              </a:spcBef>
              <a:spcAft>
                <a:spcPts val="0"/>
              </a:spcAft>
              <a:buSzPts val="1900"/>
              <a:buChar char="●"/>
              <a:defRPr sz="1900"/>
            </a:lvl1pPr>
            <a:lvl2pPr indent="-336550" lvl="1" marL="914400" algn="l">
              <a:lnSpc>
                <a:spcPct val="90000"/>
              </a:lnSpc>
              <a:spcBef>
                <a:spcPts val="250"/>
              </a:spcBef>
              <a:spcAft>
                <a:spcPts val="0"/>
              </a:spcAft>
              <a:buSzPts val="1700"/>
              <a:buChar char="●"/>
              <a:defRPr sz="1700"/>
            </a:lvl2pPr>
            <a:lvl3pPr indent="-323850" lvl="2" marL="1371600" algn="l">
              <a:lnSpc>
                <a:spcPct val="90000"/>
              </a:lnSpc>
              <a:spcBef>
                <a:spcPts val="250"/>
              </a:spcBef>
              <a:spcAft>
                <a:spcPts val="0"/>
              </a:spcAft>
              <a:buSzPts val="1500"/>
              <a:buChar char="●"/>
              <a:defRPr sz="1500"/>
            </a:lvl3pPr>
            <a:lvl4pPr indent="-311150" lvl="3" marL="1828800" algn="l">
              <a:lnSpc>
                <a:spcPct val="90000"/>
              </a:lnSpc>
              <a:spcBef>
                <a:spcPts val="250"/>
              </a:spcBef>
              <a:spcAft>
                <a:spcPts val="0"/>
              </a:spcAft>
              <a:buSzPts val="1300"/>
              <a:buChar char="●"/>
              <a:defRPr sz="1300"/>
            </a:lvl4pPr>
            <a:lvl5pPr indent="-311150" lvl="4" marL="2286000" algn="l">
              <a:lnSpc>
                <a:spcPct val="90000"/>
              </a:lnSpc>
              <a:spcBef>
                <a:spcPts val="250"/>
              </a:spcBef>
              <a:spcAft>
                <a:spcPts val="0"/>
              </a:spcAft>
              <a:buSzPts val="1300"/>
              <a:buChar char="●"/>
              <a:defRPr sz="1300"/>
            </a:lvl5pPr>
            <a:lvl6pPr indent="-311150" lvl="5" marL="2743200" algn="l">
              <a:lnSpc>
                <a:spcPct val="90000"/>
              </a:lnSpc>
              <a:spcBef>
                <a:spcPts val="250"/>
              </a:spcBef>
              <a:spcAft>
                <a:spcPts val="0"/>
              </a:spcAft>
              <a:buSzPts val="1300"/>
              <a:buChar char="●"/>
              <a:defRPr sz="1300"/>
            </a:lvl6pPr>
            <a:lvl7pPr indent="-311150" lvl="6" marL="3200400" algn="l">
              <a:lnSpc>
                <a:spcPct val="90000"/>
              </a:lnSpc>
              <a:spcBef>
                <a:spcPts val="250"/>
              </a:spcBef>
              <a:spcAft>
                <a:spcPts val="0"/>
              </a:spcAft>
              <a:buSzPts val="1300"/>
              <a:buChar char="●"/>
              <a:defRPr sz="1300"/>
            </a:lvl7pPr>
            <a:lvl8pPr indent="-311150" lvl="7" marL="3657600" algn="l">
              <a:lnSpc>
                <a:spcPct val="90000"/>
              </a:lnSpc>
              <a:spcBef>
                <a:spcPts val="250"/>
              </a:spcBef>
              <a:spcAft>
                <a:spcPts val="0"/>
              </a:spcAft>
              <a:buSzPts val="1300"/>
              <a:buChar char="●"/>
              <a:defRPr sz="1300"/>
            </a:lvl8pPr>
            <a:lvl9pPr indent="-311150" lvl="8" marL="4114800" algn="l">
              <a:lnSpc>
                <a:spcPct val="90000"/>
              </a:lnSpc>
              <a:spcBef>
                <a:spcPts val="250"/>
              </a:spcBef>
              <a:spcAft>
                <a:spcPts val="250"/>
              </a:spcAft>
              <a:buSzPts val="1300"/>
              <a:buChar char="●"/>
              <a:defRPr sz="1300"/>
            </a:lvl9pPr>
          </a:lstStyle>
          <a:p/>
        </p:txBody>
      </p:sp>
      <p:sp>
        <p:nvSpPr>
          <p:cNvPr id="44" name="Google Shape;44;p6"/>
          <p:cNvSpPr txBox="1"/>
          <p:nvPr>
            <p:ph idx="2" type="body"/>
          </p:nvPr>
        </p:nvSpPr>
        <p:spPr>
          <a:xfrm>
            <a:off x="5863590" y="868680"/>
            <a:ext cx="2606040" cy="5120640"/>
          </a:xfrm>
          <a:prstGeom prst="rect">
            <a:avLst/>
          </a:prstGeom>
          <a:noFill/>
          <a:ln>
            <a:noFill/>
          </a:ln>
        </p:spPr>
        <p:txBody>
          <a:bodyPr anchorCtr="0" anchor="ctr" bIns="45700" lIns="91425" spcFirstLastPara="1" rIns="91425" wrap="square" tIns="45700">
            <a:normAutofit/>
          </a:bodyPr>
          <a:lstStyle>
            <a:lvl1pPr indent="-349250" lvl="0" marL="457200" algn="l">
              <a:lnSpc>
                <a:spcPct val="90000"/>
              </a:lnSpc>
              <a:spcBef>
                <a:spcPts val="1200"/>
              </a:spcBef>
              <a:spcAft>
                <a:spcPts val="0"/>
              </a:spcAft>
              <a:buSzPts val="1900"/>
              <a:buChar char="●"/>
              <a:defRPr sz="1900"/>
            </a:lvl1pPr>
            <a:lvl2pPr indent="-336550" lvl="1" marL="914400" algn="l">
              <a:lnSpc>
                <a:spcPct val="90000"/>
              </a:lnSpc>
              <a:spcBef>
                <a:spcPts val="250"/>
              </a:spcBef>
              <a:spcAft>
                <a:spcPts val="0"/>
              </a:spcAft>
              <a:buSzPts val="1700"/>
              <a:buChar char="●"/>
              <a:defRPr sz="1700"/>
            </a:lvl2pPr>
            <a:lvl3pPr indent="-323850" lvl="2" marL="1371600" algn="l">
              <a:lnSpc>
                <a:spcPct val="90000"/>
              </a:lnSpc>
              <a:spcBef>
                <a:spcPts val="250"/>
              </a:spcBef>
              <a:spcAft>
                <a:spcPts val="0"/>
              </a:spcAft>
              <a:buSzPts val="1500"/>
              <a:buChar char="●"/>
              <a:defRPr sz="1500"/>
            </a:lvl3pPr>
            <a:lvl4pPr indent="-311150" lvl="3" marL="1828800" algn="l">
              <a:lnSpc>
                <a:spcPct val="90000"/>
              </a:lnSpc>
              <a:spcBef>
                <a:spcPts val="250"/>
              </a:spcBef>
              <a:spcAft>
                <a:spcPts val="0"/>
              </a:spcAft>
              <a:buSzPts val="1300"/>
              <a:buChar char="●"/>
              <a:defRPr sz="1300"/>
            </a:lvl4pPr>
            <a:lvl5pPr indent="-311150" lvl="4" marL="2286000" algn="l">
              <a:lnSpc>
                <a:spcPct val="90000"/>
              </a:lnSpc>
              <a:spcBef>
                <a:spcPts val="250"/>
              </a:spcBef>
              <a:spcAft>
                <a:spcPts val="0"/>
              </a:spcAft>
              <a:buSzPts val="1300"/>
              <a:buChar char="●"/>
              <a:defRPr sz="1300"/>
            </a:lvl5pPr>
            <a:lvl6pPr indent="-311150" lvl="5" marL="2743200" algn="l">
              <a:lnSpc>
                <a:spcPct val="90000"/>
              </a:lnSpc>
              <a:spcBef>
                <a:spcPts val="250"/>
              </a:spcBef>
              <a:spcAft>
                <a:spcPts val="0"/>
              </a:spcAft>
              <a:buSzPts val="1300"/>
              <a:buChar char="●"/>
              <a:defRPr sz="1300"/>
            </a:lvl6pPr>
            <a:lvl7pPr indent="-311150" lvl="6" marL="3200400" algn="l">
              <a:lnSpc>
                <a:spcPct val="90000"/>
              </a:lnSpc>
              <a:spcBef>
                <a:spcPts val="250"/>
              </a:spcBef>
              <a:spcAft>
                <a:spcPts val="0"/>
              </a:spcAft>
              <a:buSzPts val="1300"/>
              <a:buChar char="●"/>
              <a:defRPr sz="1300"/>
            </a:lvl7pPr>
            <a:lvl8pPr indent="-311150" lvl="7" marL="3657600" algn="l">
              <a:lnSpc>
                <a:spcPct val="90000"/>
              </a:lnSpc>
              <a:spcBef>
                <a:spcPts val="250"/>
              </a:spcBef>
              <a:spcAft>
                <a:spcPts val="0"/>
              </a:spcAft>
              <a:buSzPts val="1300"/>
              <a:buChar char="●"/>
              <a:defRPr sz="1300"/>
            </a:lvl8pPr>
            <a:lvl9pPr indent="-311150" lvl="8" marL="4114800" algn="l">
              <a:lnSpc>
                <a:spcPct val="90000"/>
              </a:lnSpc>
              <a:spcBef>
                <a:spcPts val="250"/>
              </a:spcBef>
              <a:spcAft>
                <a:spcPts val="250"/>
              </a:spcAft>
              <a:buSzPts val="1300"/>
              <a:buChar char="●"/>
              <a:defRPr sz="1300"/>
            </a:lvl9pPr>
          </a:lstStyle>
          <a:p/>
        </p:txBody>
      </p:sp>
      <p:sp>
        <p:nvSpPr>
          <p:cNvPr id="45" name="Google Shape;45;p6"/>
          <p:cNvSpPr txBox="1"/>
          <p:nvPr>
            <p:ph idx="10" type="dt"/>
          </p:nvPr>
        </p:nvSpPr>
        <p:spPr>
          <a:xfrm>
            <a:off x="196849"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6"/>
          <p:cNvSpPr txBox="1"/>
          <p:nvPr>
            <p:ph idx="11" type="ftr"/>
          </p:nvPr>
        </p:nvSpPr>
        <p:spPr>
          <a:xfrm>
            <a:off x="2901951" y="6356351"/>
            <a:ext cx="443363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2" type="sldNum"/>
          </p:nvPr>
        </p:nvSpPr>
        <p:spPr>
          <a:xfrm>
            <a:off x="7975602" y="6356351"/>
            <a:ext cx="114819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7"/>
          <p:cNvSpPr txBox="1"/>
          <p:nvPr>
            <p:ph type="title"/>
          </p:nvPr>
        </p:nvSpPr>
        <p:spPr>
          <a:xfrm>
            <a:off x="189689" y="1123838"/>
            <a:ext cx="2210612" cy="460118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7"/>
          <p:cNvSpPr txBox="1"/>
          <p:nvPr>
            <p:ph idx="1" type="body"/>
          </p:nvPr>
        </p:nvSpPr>
        <p:spPr>
          <a:xfrm>
            <a:off x="2900934" y="1023586"/>
            <a:ext cx="2606040" cy="80772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0"/>
              </a:spcBef>
              <a:spcAft>
                <a:spcPts val="0"/>
              </a:spcAft>
              <a:buSzPts val="1900"/>
              <a:buNone/>
              <a:defRPr b="1" sz="1900">
                <a:solidFill>
                  <a:srgbClr val="595959"/>
                </a:solidFill>
              </a:defRPr>
            </a:lvl1pPr>
            <a:lvl2pPr indent="-228600" lvl="1" marL="914400" algn="l">
              <a:lnSpc>
                <a:spcPct val="90000"/>
              </a:lnSpc>
              <a:spcBef>
                <a:spcPts val="250"/>
              </a:spcBef>
              <a:spcAft>
                <a:spcPts val="0"/>
              </a:spcAft>
              <a:buSzPts val="1900"/>
              <a:buNone/>
              <a:defRPr b="1" sz="1900"/>
            </a:lvl2pPr>
            <a:lvl3pPr indent="-228600" lvl="2" marL="1371600" algn="l">
              <a:lnSpc>
                <a:spcPct val="90000"/>
              </a:lnSpc>
              <a:spcBef>
                <a:spcPts val="250"/>
              </a:spcBef>
              <a:spcAft>
                <a:spcPts val="0"/>
              </a:spcAft>
              <a:buSzPts val="1800"/>
              <a:buNone/>
              <a:defRPr b="1" sz="1800"/>
            </a:lvl3pPr>
            <a:lvl4pPr indent="-228600" lvl="3" marL="1828800" algn="l">
              <a:lnSpc>
                <a:spcPct val="90000"/>
              </a:lnSpc>
              <a:spcBef>
                <a:spcPts val="250"/>
              </a:spcBef>
              <a:spcAft>
                <a:spcPts val="0"/>
              </a:spcAft>
              <a:buSzPts val="1600"/>
              <a:buNone/>
              <a:defRPr b="1" sz="1600"/>
            </a:lvl4pPr>
            <a:lvl5pPr indent="-228600" lvl="4" marL="2286000" algn="l">
              <a:lnSpc>
                <a:spcPct val="90000"/>
              </a:lnSpc>
              <a:spcBef>
                <a:spcPts val="250"/>
              </a:spcBef>
              <a:spcAft>
                <a:spcPts val="0"/>
              </a:spcAft>
              <a:buSzPts val="1600"/>
              <a:buNone/>
              <a:defRPr b="1" sz="1600"/>
            </a:lvl5pPr>
            <a:lvl6pPr indent="-228600" lvl="5" marL="2743200" algn="l">
              <a:lnSpc>
                <a:spcPct val="90000"/>
              </a:lnSpc>
              <a:spcBef>
                <a:spcPts val="250"/>
              </a:spcBef>
              <a:spcAft>
                <a:spcPts val="0"/>
              </a:spcAft>
              <a:buSzPts val="1600"/>
              <a:buNone/>
              <a:defRPr b="1" sz="1600"/>
            </a:lvl6pPr>
            <a:lvl7pPr indent="-228600" lvl="6" marL="3200400" algn="l">
              <a:lnSpc>
                <a:spcPct val="90000"/>
              </a:lnSpc>
              <a:spcBef>
                <a:spcPts val="250"/>
              </a:spcBef>
              <a:spcAft>
                <a:spcPts val="0"/>
              </a:spcAft>
              <a:buSzPts val="1600"/>
              <a:buNone/>
              <a:defRPr b="1" sz="1600"/>
            </a:lvl7pPr>
            <a:lvl8pPr indent="-228600" lvl="7" marL="3657600" algn="l">
              <a:lnSpc>
                <a:spcPct val="90000"/>
              </a:lnSpc>
              <a:spcBef>
                <a:spcPts val="250"/>
              </a:spcBef>
              <a:spcAft>
                <a:spcPts val="0"/>
              </a:spcAft>
              <a:buSzPts val="1600"/>
              <a:buNone/>
              <a:defRPr b="1" sz="1600"/>
            </a:lvl8pPr>
            <a:lvl9pPr indent="-228600" lvl="8" marL="4114800" algn="l">
              <a:lnSpc>
                <a:spcPct val="90000"/>
              </a:lnSpc>
              <a:spcBef>
                <a:spcPts val="250"/>
              </a:spcBef>
              <a:spcAft>
                <a:spcPts val="250"/>
              </a:spcAft>
              <a:buSzPts val="1600"/>
              <a:buNone/>
              <a:defRPr b="1" sz="1600"/>
            </a:lvl9pPr>
          </a:lstStyle>
          <a:p/>
        </p:txBody>
      </p:sp>
      <p:sp>
        <p:nvSpPr>
          <p:cNvPr id="51" name="Google Shape;51;p7"/>
          <p:cNvSpPr txBox="1"/>
          <p:nvPr>
            <p:ph idx="2" type="body"/>
          </p:nvPr>
        </p:nvSpPr>
        <p:spPr>
          <a:xfrm>
            <a:off x="2900934" y="1930936"/>
            <a:ext cx="2606040" cy="4023360"/>
          </a:xfrm>
          <a:prstGeom prst="rect">
            <a:avLst/>
          </a:prstGeom>
          <a:noFill/>
          <a:ln>
            <a:noFill/>
          </a:ln>
        </p:spPr>
        <p:txBody>
          <a:bodyPr anchorCtr="0" anchor="ctr" bIns="45700" lIns="91425" spcFirstLastPara="1" rIns="91425" wrap="square" tIns="45700">
            <a:normAutofit/>
          </a:bodyPr>
          <a:lstStyle>
            <a:lvl1pPr indent="-349250" lvl="0" marL="457200" algn="l">
              <a:lnSpc>
                <a:spcPct val="90000"/>
              </a:lnSpc>
              <a:spcBef>
                <a:spcPts val="1200"/>
              </a:spcBef>
              <a:spcAft>
                <a:spcPts val="0"/>
              </a:spcAft>
              <a:buSzPts val="1900"/>
              <a:buChar char="●"/>
              <a:defRPr sz="1900"/>
            </a:lvl1pPr>
            <a:lvl2pPr indent="-336550" lvl="1" marL="914400" algn="l">
              <a:lnSpc>
                <a:spcPct val="90000"/>
              </a:lnSpc>
              <a:spcBef>
                <a:spcPts val="250"/>
              </a:spcBef>
              <a:spcAft>
                <a:spcPts val="0"/>
              </a:spcAft>
              <a:buSzPts val="1700"/>
              <a:buChar char="●"/>
              <a:defRPr sz="1700"/>
            </a:lvl2pPr>
            <a:lvl3pPr indent="-323850" lvl="2" marL="1371600" algn="l">
              <a:lnSpc>
                <a:spcPct val="90000"/>
              </a:lnSpc>
              <a:spcBef>
                <a:spcPts val="250"/>
              </a:spcBef>
              <a:spcAft>
                <a:spcPts val="0"/>
              </a:spcAft>
              <a:buSzPts val="1500"/>
              <a:buChar char="●"/>
              <a:defRPr sz="1500"/>
            </a:lvl3pPr>
            <a:lvl4pPr indent="-311150" lvl="3" marL="1828800" algn="l">
              <a:lnSpc>
                <a:spcPct val="90000"/>
              </a:lnSpc>
              <a:spcBef>
                <a:spcPts val="250"/>
              </a:spcBef>
              <a:spcAft>
                <a:spcPts val="0"/>
              </a:spcAft>
              <a:buSzPts val="1300"/>
              <a:buChar char="●"/>
              <a:defRPr sz="1300"/>
            </a:lvl4pPr>
            <a:lvl5pPr indent="-311150" lvl="4" marL="2286000" algn="l">
              <a:lnSpc>
                <a:spcPct val="90000"/>
              </a:lnSpc>
              <a:spcBef>
                <a:spcPts val="250"/>
              </a:spcBef>
              <a:spcAft>
                <a:spcPts val="0"/>
              </a:spcAft>
              <a:buSzPts val="1300"/>
              <a:buChar char="●"/>
              <a:defRPr sz="1300"/>
            </a:lvl5pPr>
            <a:lvl6pPr indent="-311150" lvl="5" marL="2743200" algn="l">
              <a:lnSpc>
                <a:spcPct val="90000"/>
              </a:lnSpc>
              <a:spcBef>
                <a:spcPts val="250"/>
              </a:spcBef>
              <a:spcAft>
                <a:spcPts val="0"/>
              </a:spcAft>
              <a:buSzPts val="1300"/>
              <a:buChar char="●"/>
              <a:defRPr sz="1300"/>
            </a:lvl6pPr>
            <a:lvl7pPr indent="-311150" lvl="6" marL="3200400" algn="l">
              <a:lnSpc>
                <a:spcPct val="90000"/>
              </a:lnSpc>
              <a:spcBef>
                <a:spcPts val="250"/>
              </a:spcBef>
              <a:spcAft>
                <a:spcPts val="0"/>
              </a:spcAft>
              <a:buSzPts val="1300"/>
              <a:buChar char="●"/>
              <a:defRPr sz="1300"/>
            </a:lvl7pPr>
            <a:lvl8pPr indent="-311150" lvl="7" marL="3657600" algn="l">
              <a:lnSpc>
                <a:spcPct val="90000"/>
              </a:lnSpc>
              <a:spcBef>
                <a:spcPts val="250"/>
              </a:spcBef>
              <a:spcAft>
                <a:spcPts val="0"/>
              </a:spcAft>
              <a:buSzPts val="1300"/>
              <a:buChar char="●"/>
              <a:defRPr sz="1300"/>
            </a:lvl8pPr>
            <a:lvl9pPr indent="-311150" lvl="8" marL="4114800" algn="l">
              <a:lnSpc>
                <a:spcPct val="90000"/>
              </a:lnSpc>
              <a:spcBef>
                <a:spcPts val="250"/>
              </a:spcBef>
              <a:spcAft>
                <a:spcPts val="250"/>
              </a:spcAft>
              <a:buSzPts val="1300"/>
              <a:buChar char="●"/>
              <a:defRPr sz="1300"/>
            </a:lvl9pPr>
          </a:lstStyle>
          <a:p/>
        </p:txBody>
      </p:sp>
      <p:sp>
        <p:nvSpPr>
          <p:cNvPr id="52" name="Google Shape;52;p7"/>
          <p:cNvSpPr txBox="1"/>
          <p:nvPr>
            <p:ph idx="3" type="body"/>
          </p:nvPr>
        </p:nvSpPr>
        <p:spPr>
          <a:xfrm>
            <a:off x="5863847" y="1023587"/>
            <a:ext cx="2606040" cy="813171"/>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0"/>
              </a:spcBef>
              <a:spcAft>
                <a:spcPts val="0"/>
              </a:spcAft>
              <a:buSzPts val="1900"/>
              <a:buNone/>
              <a:defRPr b="1" sz="1900">
                <a:solidFill>
                  <a:srgbClr val="595959"/>
                </a:solidFill>
              </a:defRPr>
            </a:lvl1pPr>
            <a:lvl2pPr indent="-228600" lvl="1" marL="914400" algn="l">
              <a:lnSpc>
                <a:spcPct val="90000"/>
              </a:lnSpc>
              <a:spcBef>
                <a:spcPts val="250"/>
              </a:spcBef>
              <a:spcAft>
                <a:spcPts val="0"/>
              </a:spcAft>
              <a:buSzPts val="1900"/>
              <a:buNone/>
              <a:defRPr b="1" sz="1900"/>
            </a:lvl2pPr>
            <a:lvl3pPr indent="-228600" lvl="2" marL="1371600" algn="l">
              <a:lnSpc>
                <a:spcPct val="90000"/>
              </a:lnSpc>
              <a:spcBef>
                <a:spcPts val="250"/>
              </a:spcBef>
              <a:spcAft>
                <a:spcPts val="0"/>
              </a:spcAft>
              <a:buSzPts val="1800"/>
              <a:buNone/>
              <a:defRPr b="1" sz="1800"/>
            </a:lvl3pPr>
            <a:lvl4pPr indent="-228600" lvl="3" marL="1828800" algn="l">
              <a:lnSpc>
                <a:spcPct val="90000"/>
              </a:lnSpc>
              <a:spcBef>
                <a:spcPts val="250"/>
              </a:spcBef>
              <a:spcAft>
                <a:spcPts val="0"/>
              </a:spcAft>
              <a:buSzPts val="1600"/>
              <a:buNone/>
              <a:defRPr b="1" sz="1600"/>
            </a:lvl4pPr>
            <a:lvl5pPr indent="-228600" lvl="4" marL="2286000" algn="l">
              <a:lnSpc>
                <a:spcPct val="90000"/>
              </a:lnSpc>
              <a:spcBef>
                <a:spcPts val="250"/>
              </a:spcBef>
              <a:spcAft>
                <a:spcPts val="0"/>
              </a:spcAft>
              <a:buSzPts val="1600"/>
              <a:buNone/>
              <a:defRPr b="1" sz="1600"/>
            </a:lvl5pPr>
            <a:lvl6pPr indent="-228600" lvl="5" marL="2743200" algn="l">
              <a:lnSpc>
                <a:spcPct val="90000"/>
              </a:lnSpc>
              <a:spcBef>
                <a:spcPts val="250"/>
              </a:spcBef>
              <a:spcAft>
                <a:spcPts val="0"/>
              </a:spcAft>
              <a:buSzPts val="1600"/>
              <a:buNone/>
              <a:defRPr b="1" sz="1600"/>
            </a:lvl6pPr>
            <a:lvl7pPr indent="-228600" lvl="6" marL="3200400" algn="l">
              <a:lnSpc>
                <a:spcPct val="90000"/>
              </a:lnSpc>
              <a:spcBef>
                <a:spcPts val="250"/>
              </a:spcBef>
              <a:spcAft>
                <a:spcPts val="0"/>
              </a:spcAft>
              <a:buSzPts val="1600"/>
              <a:buNone/>
              <a:defRPr b="1" sz="1600"/>
            </a:lvl7pPr>
            <a:lvl8pPr indent="-228600" lvl="7" marL="3657600" algn="l">
              <a:lnSpc>
                <a:spcPct val="90000"/>
              </a:lnSpc>
              <a:spcBef>
                <a:spcPts val="250"/>
              </a:spcBef>
              <a:spcAft>
                <a:spcPts val="0"/>
              </a:spcAft>
              <a:buSzPts val="1600"/>
              <a:buNone/>
              <a:defRPr b="1" sz="1600"/>
            </a:lvl8pPr>
            <a:lvl9pPr indent="-228600" lvl="8" marL="4114800" algn="l">
              <a:lnSpc>
                <a:spcPct val="90000"/>
              </a:lnSpc>
              <a:spcBef>
                <a:spcPts val="250"/>
              </a:spcBef>
              <a:spcAft>
                <a:spcPts val="250"/>
              </a:spcAft>
              <a:buSzPts val="1600"/>
              <a:buNone/>
              <a:defRPr b="1" sz="1600"/>
            </a:lvl9pPr>
          </a:lstStyle>
          <a:p/>
        </p:txBody>
      </p:sp>
      <p:sp>
        <p:nvSpPr>
          <p:cNvPr id="53" name="Google Shape;53;p7"/>
          <p:cNvSpPr txBox="1"/>
          <p:nvPr>
            <p:ph idx="4" type="body"/>
          </p:nvPr>
        </p:nvSpPr>
        <p:spPr>
          <a:xfrm>
            <a:off x="5863847" y="1930936"/>
            <a:ext cx="2606040" cy="4023360"/>
          </a:xfrm>
          <a:prstGeom prst="rect">
            <a:avLst/>
          </a:prstGeom>
          <a:noFill/>
          <a:ln>
            <a:noFill/>
          </a:ln>
        </p:spPr>
        <p:txBody>
          <a:bodyPr anchorCtr="0" anchor="ctr" bIns="45700" lIns="91425" spcFirstLastPara="1" rIns="91425" wrap="square" tIns="45700">
            <a:normAutofit/>
          </a:bodyPr>
          <a:lstStyle>
            <a:lvl1pPr indent="-349250" lvl="0" marL="457200" algn="l">
              <a:lnSpc>
                <a:spcPct val="90000"/>
              </a:lnSpc>
              <a:spcBef>
                <a:spcPts val="1200"/>
              </a:spcBef>
              <a:spcAft>
                <a:spcPts val="0"/>
              </a:spcAft>
              <a:buSzPts val="1900"/>
              <a:buChar char="●"/>
              <a:defRPr sz="1900"/>
            </a:lvl1pPr>
            <a:lvl2pPr indent="-336550" lvl="1" marL="914400" algn="l">
              <a:lnSpc>
                <a:spcPct val="90000"/>
              </a:lnSpc>
              <a:spcBef>
                <a:spcPts val="250"/>
              </a:spcBef>
              <a:spcAft>
                <a:spcPts val="0"/>
              </a:spcAft>
              <a:buSzPts val="1700"/>
              <a:buChar char="●"/>
              <a:defRPr sz="1700"/>
            </a:lvl2pPr>
            <a:lvl3pPr indent="-323850" lvl="2" marL="1371600" algn="l">
              <a:lnSpc>
                <a:spcPct val="90000"/>
              </a:lnSpc>
              <a:spcBef>
                <a:spcPts val="250"/>
              </a:spcBef>
              <a:spcAft>
                <a:spcPts val="0"/>
              </a:spcAft>
              <a:buSzPts val="1500"/>
              <a:buChar char="●"/>
              <a:defRPr sz="1500"/>
            </a:lvl3pPr>
            <a:lvl4pPr indent="-311150" lvl="3" marL="1828800" algn="l">
              <a:lnSpc>
                <a:spcPct val="90000"/>
              </a:lnSpc>
              <a:spcBef>
                <a:spcPts val="250"/>
              </a:spcBef>
              <a:spcAft>
                <a:spcPts val="0"/>
              </a:spcAft>
              <a:buSzPts val="1300"/>
              <a:buChar char="●"/>
              <a:defRPr sz="1300"/>
            </a:lvl4pPr>
            <a:lvl5pPr indent="-311150" lvl="4" marL="2286000" algn="l">
              <a:lnSpc>
                <a:spcPct val="90000"/>
              </a:lnSpc>
              <a:spcBef>
                <a:spcPts val="250"/>
              </a:spcBef>
              <a:spcAft>
                <a:spcPts val="0"/>
              </a:spcAft>
              <a:buSzPts val="1300"/>
              <a:buChar char="●"/>
              <a:defRPr sz="1300"/>
            </a:lvl5pPr>
            <a:lvl6pPr indent="-311150" lvl="5" marL="2743200" algn="l">
              <a:lnSpc>
                <a:spcPct val="90000"/>
              </a:lnSpc>
              <a:spcBef>
                <a:spcPts val="250"/>
              </a:spcBef>
              <a:spcAft>
                <a:spcPts val="0"/>
              </a:spcAft>
              <a:buSzPts val="1300"/>
              <a:buChar char="●"/>
              <a:defRPr sz="1300"/>
            </a:lvl6pPr>
            <a:lvl7pPr indent="-311150" lvl="6" marL="3200400" algn="l">
              <a:lnSpc>
                <a:spcPct val="90000"/>
              </a:lnSpc>
              <a:spcBef>
                <a:spcPts val="250"/>
              </a:spcBef>
              <a:spcAft>
                <a:spcPts val="0"/>
              </a:spcAft>
              <a:buSzPts val="1300"/>
              <a:buChar char="●"/>
              <a:defRPr sz="1300"/>
            </a:lvl7pPr>
            <a:lvl8pPr indent="-311150" lvl="7" marL="3657600" algn="l">
              <a:lnSpc>
                <a:spcPct val="90000"/>
              </a:lnSpc>
              <a:spcBef>
                <a:spcPts val="250"/>
              </a:spcBef>
              <a:spcAft>
                <a:spcPts val="0"/>
              </a:spcAft>
              <a:buSzPts val="1300"/>
              <a:buChar char="●"/>
              <a:defRPr sz="1300"/>
            </a:lvl8pPr>
            <a:lvl9pPr indent="-311150" lvl="8" marL="4114800" algn="l">
              <a:lnSpc>
                <a:spcPct val="90000"/>
              </a:lnSpc>
              <a:spcBef>
                <a:spcPts val="250"/>
              </a:spcBef>
              <a:spcAft>
                <a:spcPts val="250"/>
              </a:spcAft>
              <a:buSzPts val="1300"/>
              <a:buChar char="●"/>
              <a:defRPr sz="1300"/>
            </a:lvl9pPr>
          </a:lstStyle>
          <a:p/>
        </p:txBody>
      </p:sp>
      <p:sp>
        <p:nvSpPr>
          <p:cNvPr id="54" name="Google Shape;54;p7"/>
          <p:cNvSpPr txBox="1"/>
          <p:nvPr>
            <p:ph idx="10" type="dt"/>
          </p:nvPr>
        </p:nvSpPr>
        <p:spPr>
          <a:xfrm>
            <a:off x="196849"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7"/>
          <p:cNvSpPr txBox="1"/>
          <p:nvPr>
            <p:ph idx="11" type="ftr"/>
          </p:nvPr>
        </p:nvSpPr>
        <p:spPr>
          <a:xfrm>
            <a:off x="2901951" y="6356351"/>
            <a:ext cx="443363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7"/>
          <p:cNvSpPr txBox="1"/>
          <p:nvPr>
            <p:ph idx="12" type="sldNum"/>
          </p:nvPr>
        </p:nvSpPr>
        <p:spPr>
          <a:xfrm>
            <a:off x="7975602" y="6356351"/>
            <a:ext cx="114819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8"/>
          <p:cNvSpPr txBox="1"/>
          <p:nvPr>
            <p:ph type="title"/>
          </p:nvPr>
        </p:nvSpPr>
        <p:spPr>
          <a:xfrm>
            <a:off x="189689" y="1123838"/>
            <a:ext cx="2210612" cy="460118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8"/>
          <p:cNvSpPr txBox="1"/>
          <p:nvPr>
            <p:ph idx="10" type="dt"/>
          </p:nvPr>
        </p:nvSpPr>
        <p:spPr>
          <a:xfrm>
            <a:off x="196849"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8"/>
          <p:cNvSpPr txBox="1"/>
          <p:nvPr>
            <p:ph idx="11" type="ftr"/>
          </p:nvPr>
        </p:nvSpPr>
        <p:spPr>
          <a:xfrm>
            <a:off x="2901951" y="6356351"/>
            <a:ext cx="443363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8"/>
          <p:cNvSpPr txBox="1"/>
          <p:nvPr>
            <p:ph idx="12" type="sldNum"/>
          </p:nvPr>
        </p:nvSpPr>
        <p:spPr>
          <a:xfrm>
            <a:off x="7975602" y="6356351"/>
            <a:ext cx="114819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9"/>
          <p:cNvSpPr txBox="1"/>
          <p:nvPr>
            <p:ph type="title"/>
          </p:nvPr>
        </p:nvSpPr>
        <p:spPr>
          <a:xfrm>
            <a:off x="192024" y="1143000"/>
            <a:ext cx="2125980" cy="219456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FFFF"/>
              </a:buClr>
              <a:buSzPts val="2800"/>
              <a:buFont typeface="Corbel"/>
              <a:buNone/>
              <a:defRPr b="0"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9"/>
          <p:cNvSpPr txBox="1"/>
          <p:nvPr>
            <p:ph idx="1" type="body"/>
          </p:nvPr>
        </p:nvSpPr>
        <p:spPr>
          <a:xfrm>
            <a:off x="2900934" y="868680"/>
            <a:ext cx="5486400" cy="5120640"/>
          </a:xfrm>
          <a:prstGeom prst="rect">
            <a:avLst/>
          </a:prstGeom>
          <a:noFill/>
          <a:ln>
            <a:noFill/>
          </a:ln>
        </p:spPr>
        <p:txBody>
          <a:bodyPr anchorCtr="0" anchor="ctr" bIns="45700" lIns="91425" spcFirstLastPara="1" rIns="91425" wrap="square" tIns="45700">
            <a:normAutofit/>
          </a:bodyPr>
          <a:lstStyle>
            <a:lvl1pPr indent="-355600" lvl="0" marL="457200" algn="l">
              <a:lnSpc>
                <a:spcPct val="90000"/>
              </a:lnSpc>
              <a:spcBef>
                <a:spcPts val="1200"/>
              </a:spcBef>
              <a:spcAft>
                <a:spcPts val="0"/>
              </a:spcAft>
              <a:buSzPts val="2000"/>
              <a:buChar char="●"/>
              <a:defRPr sz="2000"/>
            </a:lvl1pPr>
            <a:lvl2pPr indent="-342900" lvl="1" marL="914400" algn="l">
              <a:lnSpc>
                <a:spcPct val="90000"/>
              </a:lnSpc>
              <a:spcBef>
                <a:spcPts val="250"/>
              </a:spcBef>
              <a:spcAft>
                <a:spcPts val="0"/>
              </a:spcAft>
              <a:buSzPts val="1800"/>
              <a:buChar char="●"/>
              <a:defRPr sz="1800"/>
            </a:lvl2pPr>
            <a:lvl3pPr indent="-330200" lvl="2" marL="1371600" algn="l">
              <a:lnSpc>
                <a:spcPct val="90000"/>
              </a:lnSpc>
              <a:spcBef>
                <a:spcPts val="250"/>
              </a:spcBef>
              <a:spcAft>
                <a:spcPts val="0"/>
              </a:spcAft>
              <a:buSzPts val="1600"/>
              <a:buChar char="●"/>
              <a:defRPr sz="1600"/>
            </a:lvl3pPr>
            <a:lvl4pPr indent="-317500" lvl="3" marL="1828800" algn="l">
              <a:lnSpc>
                <a:spcPct val="90000"/>
              </a:lnSpc>
              <a:spcBef>
                <a:spcPts val="250"/>
              </a:spcBef>
              <a:spcAft>
                <a:spcPts val="0"/>
              </a:spcAft>
              <a:buSzPts val="1400"/>
              <a:buChar char="●"/>
              <a:defRPr sz="1400"/>
            </a:lvl4pPr>
            <a:lvl5pPr indent="-317500" lvl="4" marL="2286000" algn="l">
              <a:lnSpc>
                <a:spcPct val="90000"/>
              </a:lnSpc>
              <a:spcBef>
                <a:spcPts val="250"/>
              </a:spcBef>
              <a:spcAft>
                <a:spcPts val="0"/>
              </a:spcAft>
              <a:buSzPts val="1400"/>
              <a:buChar char="●"/>
              <a:defRPr sz="1400"/>
            </a:lvl5pPr>
            <a:lvl6pPr indent="-317500" lvl="5" marL="2743200" algn="l">
              <a:lnSpc>
                <a:spcPct val="90000"/>
              </a:lnSpc>
              <a:spcBef>
                <a:spcPts val="250"/>
              </a:spcBef>
              <a:spcAft>
                <a:spcPts val="0"/>
              </a:spcAft>
              <a:buSzPts val="1400"/>
              <a:buChar char="●"/>
              <a:defRPr sz="1400"/>
            </a:lvl6pPr>
            <a:lvl7pPr indent="-317500" lvl="6" marL="3200400" algn="l">
              <a:lnSpc>
                <a:spcPct val="90000"/>
              </a:lnSpc>
              <a:spcBef>
                <a:spcPts val="250"/>
              </a:spcBef>
              <a:spcAft>
                <a:spcPts val="0"/>
              </a:spcAft>
              <a:buSzPts val="1400"/>
              <a:buChar char="●"/>
              <a:defRPr sz="1400"/>
            </a:lvl7pPr>
            <a:lvl8pPr indent="-317500" lvl="7" marL="3657600" algn="l">
              <a:lnSpc>
                <a:spcPct val="90000"/>
              </a:lnSpc>
              <a:spcBef>
                <a:spcPts val="250"/>
              </a:spcBef>
              <a:spcAft>
                <a:spcPts val="0"/>
              </a:spcAft>
              <a:buSzPts val="1400"/>
              <a:buChar char="●"/>
              <a:defRPr sz="1400"/>
            </a:lvl8pPr>
            <a:lvl9pPr indent="-317500" lvl="8" marL="4114800" algn="l">
              <a:lnSpc>
                <a:spcPct val="90000"/>
              </a:lnSpc>
              <a:spcBef>
                <a:spcPts val="250"/>
              </a:spcBef>
              <a:spcAft>
                <a:spcPts val="250"/>
              </a:spcAft>
              <a:buSzPts val="1400"/>
              <a:buChar char="●"/>
              <a:defRPr sz="1400"/>
            </a:lvl9pPr>
          </a:lstStyle>
          <a:p/>
        </p:txBody>
      </p:sp>
      <p:sp>
        <p:nvSpPr>
          <p:cNvPr id="65" name="Google Shape;65;p9"/>
          <p:cNvSpPr txBox="1"/>
          <p:nvPr>
            <p:ph idx="2" type="body"/>
          </p:nvPr>
        </p:nvSpPr>
        <p:spPr>
          <a:xfrm>
            <a:off x="192024" y="3337560"/>
            <a:ext cx="2125980" cy="256032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800"/>
              </a:spcBef>
              <a:spcAft>
                <a:spcPts val="0"/>
              </a:spcAft>
              <a:buSzPts val="1250"/>
              <a:buNone/>
              <a:defRPr sz="1250">
                <a:solidFill>
                  <a:srgbClr val="FFFFFF"/>
                </a:solidFill>
              </a:defRPr>
            </a:lvl1pPr>
            <a:lvl2pPr indent="-228600" lvl="1" marL="914400" algn="l">
              <a:lnSpc>
                <a:spcPct val="90000"/>
              </a:lnSpc>
              <a:spcBef>
                <a:spcPts val="250"/>
              </a:spcBef>
              <a:spcAft>
                <a:spcPts val="0"/>
              </a:spcAft>
              <a:buSzPts val="1200"/>
              <a:buNone/>
              <a:defRPr sz="1200"/>
            </a:lvl2pPr>
            <a:lvl3pPr indent="-228600" lvl="2" marL="1371600" algn="l">
              <a:lnSpc>
                <a:spcPct val="90000"/>
              </a:lnSpc>
              <a:spcBef>
                <a:spcPts val="250"/>
              </a:spcBef>
              <a:spcAft>
                <a:spcPts val="0"/>
              </a:spcAft>
              <a:buSzPts val="1000"/>
              <a:buNone/>
              <a:defRPr sz="1000"/>
            </a:lvl3pPr>
            <a:lvl4pPr indent="-228600" lvl="3" marL="1828800" algn="l">
              <a:lnSpc>
                <a:spcPct val="90000"/>
              </a:lnSpc>
              <a:spcBef>
                <a:spcPts val="250"/>
              </a:spcBef>
              <a:spcAft>
                <a:spcPts val="0"/>
              </a:spcAft>
              <a:buSzPts val="900"/>
              <a:buNone/>
              <a:defRPr sz="900"/>
            </a:lvl4pPr>
            <a:lvl5pPr indent="-228600" lvl="4" marL="2286000" algn="l">
              <a:lnSpc>
                <a:spcPct val="90000"/>
              </a:lnSpc>
              <a:spcBef>
                <a:spcPts val="250"/>
              </a:spcBef>
              <a:spcAft>
                <a:spcPts val="0"/>
              </a:spcAft>
              <a:buSzPts val="900"/>
              <a:buNone/>
              <a:defRPr sz="900"/>
            </a:lvl5pPr>
            <a:lvl6pPr indent="-228600" lvl="5" marL="2743200" algn="l">
              <a:lnSpc>
                <a:spcPct val="90000"/>
              </a:lnSpc>
              <a:spcBef>
                <a:spcPts val="250"/>
              </a:spcBef>
              <a:spcAft>
                <a:spcPts val="0"/>
              </a:spcAft>
              <a:buSzPts val="900"/>
              <a:buNone/>
              <a:defRPr sz="900"/>
            </a:lvl6pPr>
            <a:lvl7pPr indent="-228600" lvl="6" marL="3200400" algn="l">
              <a:lnSpc>
                <a:spcPct val="90000"/>
              </a:lnSpc>
              <a:spcBef>
                <a:spcPts val="250"/>
              </a:spcBef>
              <a:spcAft>
                <a:spcPts val="0"/>
              </a:spcAft>
              <a:buSzPts val="900"/>
              <a:buNone/>
              <a:defRPr sz="900"/>
            </a:lvl7pPr>
            <a:lvl8pPr indent="-228600" lvl="7" marL="3657600" algn="l">
              <a:lnSpc>
                <a:spcPct val="90000"/>
              </a:lnSpc>
              <a:spcBef>
                <a:spcPts val="250"/>
              </a:spcBef>
              <a:spcAft>
                <a:spcPts val="0"/>
              </a:spcAft>
              <a:buSzPts val="900"/>
              <a:buNone/>
              <a:defRPr sz="900"/>
            </a:lvl8pPr>
            <a:lvl9pPr indent="-228600" lvl="8" marL="4114800" algn="l">
              <a:lnSpc>
                <a:spcPct val="90000"/>
              </a:lnSpc>
              <a:spcBef>
                <a:spcPts val="250"/>
              </a:spcBef>
              <a:spcAft>
                <a:spcPts val="250"/>
              </a:spcAft>
              <a:buSzPts val="900"/>
              <a:buNone/>
              <a:defRPr sz="900"/>
            </a:lvl9pPr>
          </a:lstStyle>
          <a:p/>
        </p:txBody>
      </p:sp>
      <p:sp>
        <p:nvSpPr>
          <p:cNvPr id="66" name="Google Shape;66;p9"/>
          <p:cNvSpPr txBox="1"/>
          <p:nvPr>
            <p:ph idx="10" type="dt"/>
          </p:nvPr>
        </p:nvSpPr>
        <p:spPr>
          <a:xfrm>
            <a:off x="196849"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9"/>
          <p:cNvSpPr txBox="1"/>
          <p:nvPr>
            <p:ph idx="11" type="ftr"/>
          </p:nvPr>
        </p:nvSpPr>
        <p:spPr>
          <a:xfrm>
            <a:off x="2901951" y="6356351"/>
            <a:ext cx="443363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9"/>
          <p:cNvSpPr txBox="1"/>
          <p:nvPr>
            <p:ph idx="12" type="sldNum"/>
          </p:nvPr>
        </p:nvSpPr>
        <p:spPr>
          <a:xfrm>
            <a:off x="7975602" y="6356351"/>
            <a:ext cx="114819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10"/>
          <p:cNvSpPr txBox="1"/>
          <p:nvPr>
            <p:ph type="title"/>
          </p:nvPr>
        </p:nvSpPr>
        <p:spPr>
          <a:xfrm>
            <a:off x="192024" y="1143000"/>
            <a:ext cx="2125980" cy="219456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FFFF"/>
              </a:buClr>
              <a:buSzPts val="2800"/>
              <a:buFont typeface="Corbel"/>
              <a:buNone/>
              <a:defRPr b="0"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10"/>
          <p:cNvSpPr/>
          <p:nvPr>
            <p:ph idx="2" type="pic"/>
          </p:nvPr>
        </p:nvSpPr>
        <p:spPr>
          <a:xfrm>
            <a:off x="2677983" y="767419"/>
            <a:ext cx="6086423" cy="5330952"/>
          </a:xfrm>
          <a:prstGeom prst="rect">
            <a:avLst/>
          </a:prstGeom>
          <a:solidFill>
            <a:srgbClr val="BFBFBF"/>
          </a:solidFill>
          <a:ln>
            <a:noFill/>
          </a:ln>
        </p:spPr>
      </p:sp>
      <p:sp>
        <p:nvSpPr>
          <p:cNvPr id="72" name="Google Shape;72;p10"/>
          <p:cNvSpPr txBox="1"/>
          <p:nvPr>
            <p:ph idx="1" type="body"/>
          </p:nvPr>
        </p:nvSpPr>
        <p:spPr>
          <a:xfrm>
            <a:off x="192024" y="3340602"/>
            <a:ext cx="2125980" cy="256032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800"/>
              </a:spcBef>
              <a:spcAft>
                <a:spcPts val="0"/>
              </a:spcAft>
              <a:buSzPts val="1250"/>
              <a:buNone/>
              <a:defRPr sz="1250">
                <a:solidFill>
                  <a:srgbClr val="FFFFFF"/>
                </a:solidFill>
              </a:defRPr>
            </a:lvl1pPr>
            <a:lvl2pPr indent="-228600" lvl="1" marL="914400" algn="l">
              <a:lnSpc>
                <a:spcPct val="90000"/>
              </a:lnSpc>
              <a:spcBef>
                <a:spcPts val="250"/>
              </a:spcBef>
              <a:spcAft>
                <a:spcPts val="0"/>
              </a:spcAft>
              <a:buSzPts val="1200"/>
              <a:buNone/>
              <a:defRPr sz="1200"/>
            </a:lvl2pPr>
            <a:lvl3pPr indent="-228600" lvl="2" marL="1371600" algn="l">
              <a:lnSpc>
                <a:spcPct val="90000"/>
              </a:lnSpc>
              <a:spcBef>
                <a:spcPts val="250"/>
              </a:spcBef>
              <a:spcAft>
                <a:spcPts val="0"/>
              </a:spcAft>
              <a:buSzPts val="1000"/>
              <a:buNone/>
              <a:defRPr sz="1000"/>
            </a:lvl3pPr>
            <a:lvl4pPr indent="-228600" lvl="3" marL="1828800" algn="l">
              <a:lnSpc>
                <a:spcPct val="90000"/>
              </a:lnSpc>
              <a:spcBef>
                <a:spcPts val="250"/>
              </a:spcBef>
              <a:spcAft>
                <a:spcPts val="0"/>
              </a:spcAft>
              <a:buSzPts val="900"/>
              <a:buNone/>
              <a:defRPr sz="900"/>
            </a:lvl4pPr>
            <a:lvl5pPr indent="-228600" lvl="4" marL="2286000" algn="l">
              <a:lnSpc>
                <a:spcPct val="90000"/>
              </a:lnSpc>
              <a:spcBef>
                <a:spcPts val="250"/>
              </a:spcBef>
              <a:spcAft>
                <a:spcPts val="0"/>
              </a:spcAft>
              <a:buSzPts val="900"/>
              <a:buNone/>
              <a:defRPr sz="900"/>
            </a:lvl5pPr>
            <a:lvl6pPr indent="-228600" lvl="5" marL="2743200" algn="l">
              <a:lnSpc>
                <a:spcPct val="90000"/>
              </a:lnSpc>
              <a:spcBef>
                <a:spcPts val="250"/>
              </a:spcBef>
              <a:spcAft>
                <a:spcPts val="0"/>
              </a:spcAft>
              <a:buSzPts val="900"/>
              <a:buNone/>
              <a:defRPr sz="900"/>
            </a:lvl6pPr>
            <a:lvl7pPr indent="-228600" lvl="6" marL="3200400" algn="l">
              <a:lnSpc>
                <a:spcPct val="90000"/>
              </a:lnSpc>
              <a:spcBef>
                <a:spcPts val="250"/>
              </a:spcBef>
              <a:spcAft>
                <a:spcPts val="0"/>
              </a:spcAft>
              <a:buSzPts val="900"/>
              <a:buNone/>
              <a:defRPr sz="900"/>
            </a:lvl7pPr>
            <a:lvl8pPr indent="-228600" lvl="7" marL="3657600" algn="l">
              <a:lnSpc>
                <a:spcPct val="90000"/>
              </a:lnSpc>
              <a:spcBef>
                <a:spcPts val="250"/>
              </a:spcBef>
              <a:spcAft>
                <a:spcPts val="0"/>
              </a:spcAft>
              <a:buSzPts val="900"/>
              <a:buNone/>
              <a:defRPr sz="900"/>
            </a:lvl8pPr>
            <a:lvl9pPr indent="-228600" lvl="8" marL="4114800" algn="l">
              <a:lnSpc>
                <a:spcPct val="90000"/>
              </a:lnSpc>
              <a:spcBef>
                <a:spcPts val="250"/>
              </a:spcBef>
              <a:spcAft>
                <a:spcPts val="250"/>
              </a:spcAft>
              <a:buSzPts val="900"/>
              <a:buNone/>
              <a:defRPr sz="900"/>
            </a:lvl9pPr>
          </a:lstStyle>
          <a:p/>
        </p:txBody>
      </p:sp>
      <p:sp>
        <p:nvSpPr>
          <p:cNvPr id="73" name="Google Shape;73;p10"/>
          <p:cNvSpPr txBox="1"/>
          <p:nvPr>
            <p:ph idx="10" type="dt"/>
          </p:nvPr>
        </p:nvSpPr>
        <p:spPr>
          <a:xfrm>
            <a:off x="196849"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0"/>
          <p:cNvSpPr txBox="1"/>
          <p:nvPr>
            <p:ph idx="11" type="ftr"/>
          </p:nvPr>
        </p:nvSpPr>
        <p:spPr>
          <a:xfrm>
            <a:off x="2624326" y="6356351"/>
            <a:ext cx="443363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0"/>
          <p:cNvSpPr txBox="1"/>
          <p:nvPr>
            <p:ph idx="12" type="sldNum"/>
          </p:nvPr>
        </p:nvSpPr>
        <p:spPr>
          <a:xfrm>
            <a:off x="7975602" y="6356351"/>
            <a:ext cx="114819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11"/>
          <p:cNvSpPr txBox="1"/>
          <p:nvPr>
            <p:ph type="title"/>
          </p:nvPr>
        </p:nvSpPr>
        <p:spPr>
          <a:xfrm>
            <a:off x="189689" y="1123838"/>
            <a:ext cx="2210612" cy="460118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11"/>
          <p:cNvSpPr txBox="1"/>
          <p:nvPr>
            <p:ph idx="1" type="body"/>
          </p:nvPr>
        </p:nvSpPr>
        <p:spPr>
          <a:xfrm rot="5400000">
            <a:off x="3084831" y="681228"/>
            <a:ext cx="5120640" cy="5486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200"/>
              </a:spcBef>
              <a:spcAft>
                <a:spcPts val="0"/>
              </a:spcAft>
              <a:buSzPts val="1800"/>
              <a:buChar char="●"/>
              <a:defRPr/>
            </a:lvl1pPr>
            <a:lvl2pPr indent="-342900" lvl="1" marL="914400" algn="l">
              <a:lnSpc>
                <a:spcPct val="90000"/>
              </a:lnSpc>
              <a:spcBef>
                <a:spcPts val="250"/>
              </a:spcBef>
              <a:spcAft>
                <a:spcPts val="0"/>
              </a:spcAft>
              <a:buSzPts val="1800"/>
              <a:buChar char="●"/>
              <a:defRPr/>
            </a:lvl2pPr>
            <a:lvl3pPr indent="-342900" lvl="2" marL="1371600" algn="l">
              <a:lnSpc>
                <a:spcPct val="90000"/>
              </a:lnSpc>
              <a:spcBef>
                <a:spcPts val="250"/>
              </a:spcBef>
              <a:spcAft>
                <a:spcPts val="0"/>
              </a:spcAft>
              <a:buSzPts val="1800"/>
              <a:buChar char="●"/>
              <a:defRPr/>
            </a:lvl3pPr>
            <a:lvl4pPr indent="-342900" lvl="3" marL="1828800" algn="l">
              <a:lnSpc>
                <a:spcPct val="90000"/>
              </a:lnSpc>
              <a:spcBef>
                <a:spcPts val="250"/>
              </a:spcBef>
              <a:spcAft>
                <a:spcPts val="0"/>
              </a:spcAft>
              <a:buSzPts val="1800"/>
              <a:buChar char="●"/>
              <a:defRPr/>
            </a:lvl4pPr>
            <a:lvl5pPr indent="-342900" lvl="4" marL="2286000" algn="l">
              <a:lnSpc>
                <a:spcPct val="90000"/>
              </a:lnSpc>
              <a:spcBef>
                <a:spcPts val="250"/>
              </a:spcBef>
              <a:spcAft>
                <a:spcPts val="0"/>
              </a:spcAft>
              <a:buSzPts val="1800"/>
              <a:buChar char="●"/>
              <a:defRPr/>
            </a:lvl5pPr>
            <a:lvl6pPr indent="-342900" lvl="5" marL="2743200" algn="l">
              <a:lnSpc>
                <a:spcPct val="90000"/>
              </a:lnSpc>
              <a:spcBef>
                <a:spcPts val="250"/>
              </a:spcBef>
              <a:spcAft>
                <a:spcPts val="0"/>
              </a:spcAft>
              <a:buSzPts val="1800"/>
              <a:buChar char="●"/>
              <a:defRPr/>
            </a:lvl6pPr>
            <a:lvl7pPr indent="-342900" lvl="6" marL="3200400" algn="l">
              <a:lnSpc>
                <a:spcPct val="90000"/>
              </a:lnSpc>
              <a:spcBef>
                <a:spcPts val="250"/>
              </a:spcBef>
              <a:spcAft>
                <a:spcPts val="0"/>
              </a:spcAft>
              <a:buSzPts val="1800"/>
              <a:buChar char="●"/>
              <a:defRPr/>
            </a:lvl7pPr>
            <a:lvl8pPr indent="-342900" lvl="7" marL="3657600" algn="l">
              <a:lnSpc>
                <a:spcPct val="90000"/>
              </a:lnSpc>
              <a:spcBef>
                <a:spcPts val="250"/>
              </a:spcBef>
              <a:spcAft>
                <a:spcPts val="0"/>
              </a:spcAft>
              <a:buSzPts val="1800"/>
              <a:buChar char="●"/>
              <a:defRPr/>
            </a:lvl8pPr>
            <a:lvl9pPr indent="-342900" lvl="8" marL="4114800" algn="l">
              <a:lnSpc>
                <a:spcPct val="90000"/>
              </a:lnSpc>
              <a:spcBef>
                <a:spcPts val="250"/>
              </a:spcBef>
              <a:spcAft>
                <a:spcPts val="250"/>
              </a:spcAft>
              <a:buSzPts val="1800"/>
              <a:buChar char="●"/>
              <a:defRPr/>
            </a:lvl9pPr>
          </a:lstStyle>
          <a:p/>
        </p:txBody>
      </p:sp>
      <p:sp>
        <p:nvSpPr>
          <p:cNvPr id="79" name="Google Shape;79;p11"/>
          <p:cNvSpPr txBox="1"/>
          <p:nvPr>
            <p:ph idx="10" type="dt"/>
          </p:nvPr>
        </p:nvSpPr>
        <p:spPr>
          <a:xfrm>
            <a:off x="196849"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1"/>
          <p:cNvSpPr txBox="1"/>
          <p:nvPr>
            <p:ph idx="11" type="ftr"/>
          </p:nvPr>
        </p:nvSpPr>
        <p:spPr>
          <a:xfrm>
            <a:off x="2901951" y="6356351"/>
            <a:ext cx="443363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1"/>
          <p:cNvSpPr txBox="1"/>
          <p:nvPr>
            <p:ph idx="12" type="sldNum"/>
          </p:nvPr>
        </p:nvSpPr>
        <p:spPr>
          <a:xfrm>
            <a:off x="7975602" y="6356351"/>
            <a:ext cx="114819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2" name="Shape 82"/>
        <p:cNvGrpSpPr/>
        <p:nvPr/>
      </p:nvGrpSpPr>
      <p:grpSpPr>
        <a:xfrm>
          <a:off x="0" y="0"/>
          <a:ext cx="0" cy="0"/>
          <a:chOff x="0" y="0"/>
          <a:chExt cx="0" cy="0"/>
        </a:xfrm>
      </p:grpSpPr>
      <p:sp>
        <p:nvSpPr>
          <p:cNvPr id="83" name="Google Shape;83;p12"/>
          <p:cNvSpPr txBox="1"/>
          <p:nvPr>
            <p:ph type="title"/>
          </p:nvPr>
        </p:nvSpPr>
        <p:spPr>
          <a:xfrm rot="5400000">
            <a:off x="-1133475" y="2409825"/>
            <a:ext cx="4953000" cy="211455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2"/>
          <p:cNvSpPr txBox="1"/>
          <p:nvPr>
            <p:ph idx="1" type="body"/>
          </p:nvPr>
        </p:nvSpPr>
        <p:spPr>
          <a:xfrm rot="5400000">
            <a:off x="3083814" y="685800"/>
            <a:ext cx="5120640" cy="5486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200"/>
              </a:spcBef>
              <a:spcAft>
                <a:spcPts val="0"/>
              </a:spcAft>
              <a:buSzPts val="1800"/>
              <a:buChar char="●"/>
              <a:defRPr/>
            </a:lvl1pPr>
            <a:lvl2pPr indent="-342900" lvl="1" marL="914400" algn="l">
              <a:lnSpc>
                <a:spcPct val="90000"/>
              </a:lnSpc>
              <a:spcBef>
                <a:spcPts val="250"/>
              </a:spcBef>
              <a:spcAft>
                <a:spcPts val="0"/>
              </a:spcAft>
              <a:buSzPts val="1800"/>
              <a:buChar char="●"/>
              <a:defRPr/>
            </a:lvl2pPr>
            <a:lvl3pPr indent="-342900" lvl="2" marL="1371600" algn="l">
              <a:lnSpc>
                <a:spcPct val="90000"/>
              </a:lnSpc>
              <a:spcBef>
                <a:spcPts val="250"/>
              </a:spcBef>
              <a:spcAft>
                <a:spcPts val="0"/>
              </a:spcAft>
              <a:buSzPts val="1800"/>
              <a:buChar char="●"/>
              <a:defRPr/>
            </a:lvl3pPr>
            <a:lvl4pPr indent="-342900" lvl="3" marL="1828800" algn="l">
              <a:lnSpc>
                <a:spcPct val="90000"/>
              </a:lnSpc>
              <a:spcBef>
                <a:spcPts val="250"/>
              </a:spcBef>
              <a:spcAft>
                <a:spcPts val="0"/>
              </a:spcAft>
              <a:buSzPts val="1800"/>
              <a:buChar char="●"/>
              <a:defRPr/>
            </a:lvl4pPr>
            <a:lvl5pPr indent="-342900" lvl="4" marL="2286000" algn="l">
              <a:lnSpc>
                <a:spcPct val="90000"/>
              </a:lnSpc>
              <a:spcBef>
                <a:spcPts val="250"/>
              </a:spcBef>
              <a:spcAft>
                <a:spcPts val="0"/>
              </a:spcAft>
              <a:buSzPts val="1800"/>
              <a:buChar char="●"/>
              <a:defRPr/>
            </a:lvl5pPr>
            <a:lvl6pPr indent="-342900" lvl="5" marL="2743200" algn="l">
              <a:lnSpc>
                <a:spcPct val="90000"/>
              </a:lnSpc>
              <a:spcBef>
                <a:spcPts val="250"/>
              </a:spcBef>
              <a:spcAft>
                <a:spcPts val="0"/>
              </a:spcAft>
              <a:buSzPts val="1800"/>
              <a:buChar char="●"/>
              <a:defRPr/>
            </a:lvl6pPr>
            <a:lvl7pPr indent="-342900" lvl="6" marL="3200400" algn="l">
              <a:lnSpc>
                <a:spcPct val="90000"/>
              </a:lnSpc>
              <a:spcBef>
                <a:spcPts val="250"/>
              </a:spcBef>
              <a:spcAft>
                <a:spcPts val="0"/>
              </a:spcAft>
              <a:buSzPts val="1800"/>
              <a:buChar char="●"/>
              <a:defRPr/>
            </a:lvl7pPr>
            <a:lvl8pPr indent="-342900" lvl="7" marL="3657600" algn="l">
              <a:lnSpc>
                <a:spcPct val="90000"/>
              </a:lnSpc>
              <a:spcBef>
                <a:spcPts val="250"/>
              </a:spcBef>
              <a:spcAft>
                <a:spcPts val="0"/>
              </a:spcAft>
              <a:buSzPts val="1800"/>
              <a:buChar char="●"/>
              <a:defRPr/>
            </a:lvl8pPr>
            <a:lvl9pPr indent="-342900" lvl="8" marL="4114800" algn="l">
              <a:lnSpc>
                <a:spcPct val="90000"/>
              </a:lnSpc>
              <a:spcBef>
                <a:spcPts val="250"/>
              </a:spcBef>
              <a:spcAft>
                <a:spcPts val="250"/>
              </a:spcAft>
              <a:buSzPts val="1800"/>
              <a:buChar char="●"/>
              <a:defRPr/>
            </a:lvl9pPr>
          </a:lstStyle>
          <a:p/>
        </p:txBody>
      </p:sp>
      <p:sp>
        <p:nvSpPr>
          <p:cNvPr id="85" name="Google Shape;85;p12"/>
          <p:cNvSpPr txBox="1"/>
          <p:nvPr>
            <p:ph idx="10" type="dt"/>
          </p:nvPr>
        </p:nvSpPr>
        <p:spPr>
          <a:xfrm>
            <a:off x="196849"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2"/>
          <p:cNvSpPr txBox="1"/>
          <p:nvPr>
            <p:ph idx="11" type="ftr"/>
          </p:nvPr>
        </p:nvSpPr>
        <p:spPr>
          <a:xfrm>
            <a:off x="2901951" y="6356351"/>
            <a:ext cx="443363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2"/>
          <p:cNvSpPr txBox="1"/>
          <p:nvPr>
            <p:ph idx="12" type="sldNum"/>
          </p:nvPr>
        </p:nvSpPr>
        <p:spPr>
          <a:xfrm>
            <a:off x="7975602" y="6356351"/>
            <a:ext cx="114819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1" y="758952"/>
            <a:ext cx="2582693" cy="533095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
          <p:cNvSpPr txBox="1"/>
          <p:nvPr>
            <p:ph type="title"/>
          </p:nvPr>
        </p:nvSpPr>
        <p:spPr>
          <a:xfrm>
            <a:off x="189689" y="1123838"/>
            <a:ext cx="2210612" cy="460118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FFFFFF"/>
              </a:buClr>
              <a:buSzPts val="3000"/>
              <a:buFont typeface="Corbel"/>
              <a:buNone/>
              <a:defRPr b="0" i="0" sz="3000" u="none" cap="none" strike="noStrike">
                <a:solidFill>
                  <a:srgbClr val="FFFFFF"/>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
          <p:cNvSpPr/>
          <p:nvPr/>
        </p:nvSpPr>
        <p:spPr>
          <a:xfrm>
            <a:off x="8861898" y="758952"/>
            <a:ext cx="288036" cy="5330952"/>
          </a:xfrm>
          <a:prstGeom prst="rect">
            <a:avLst/>
          </a:prstGeom>
          <a:solidFill>
            <a:srgbClr val="C8C8C8">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
          <p:cNvSpPr txBox="1"/>
          <p:nvPr>
            <p:ph idx="1" type="body"/>
          </p:nvPr>
        </p:nvSpPr>
        <p:spPr>
          <a:xfrm>
            <a:off x="2901951" y="864108"/>
            <a:ext cx="5486400" cy="5120640"/>
          </a:xfrm>
          <a:prstGeom prst="rect">
            <a:avLst/>
          </a:prstGeom>
          <a:noFill/>
          <a:ln>
            <a:noFill/>
          </a:ln>
        </p:spPr>
        <p:txBody>
          <a:bodyPr anchorCtr="0" anchor="ctr" bIns="45700" lIns="91425" spcFirstLastPara="1" rIns="91425" wrap="square" tIns="45700">
            <a:normAutofit/>
          </a:bodyPr>
          <a:lstStyle>
            <a:lvl1pPr indent="-349250" lvl="0" marL="457200" marR="0" rtl="0" algn="l">
              <a:lnSpc>
                <a:spcPct val="90000"/>
              </a:lnSpc>
              <a:spcBef>
                <a:spcPts val="1200"/>
              </a:spcBef>
              <a:spcAft>
                <a:spcPts val="0"/>
              </a:spcAft>
              <a:buClr>
                <a:schemeClr val="accent1"/>
              </a:buClr>
              <a:buSzPts val="1900"/>
              <a:buFont typeface="Noto Sans Symbols"/>
              <a:buChar char="●"/>
              <a:defRPr b="0" i="0" sz="1900" u="none" cap="none" strike="noStrike">
                <a:solidFill>
                  <a:srgbClr val="595959"/>
                </a:solidFill>
                <a:latin typeface="Corbel"/>
                <a:ea typeface="Corbel"/>
                <a:cs typeface="Corbel"/>
                <a:sym typeface="Corbel"/>
              </a:defRPr>
            </a:lvl1pPr>
            <a:lvl2pPr indent="-336550" lvl="1" marL="914400" marR="0" rtl="0" algn="l">
              <a:lnSpc>
                <a:spcPct val="90000"/>
              </a:lnSpc>
              <a:spcBef>
                <a:spcPts val="250"/>
              </a:spcBef>
              <a:spcAft>
                <a:spcPts val="0"/>
              </a:spcAft>
              <a:buClr>
                <a:schemeClr val="accent1"/>
              </a:buClr>
              <a:buSzPts val="1700"/>
              <a:buFont typeface="Noto Sans Symbols"/>
              <a:buChar char="●"/>
              <a:defRPr b="0" i="0" sz="1700" u="none" cap="none" strike="noStrike">
                <a:solidFill>
                  <a:srgbClr val="595959"/>
                </a:solidFill>
                <a:latin typeface="Corbel"/>
                <a:ea typeface="Corbel"/>
                <a:cs typeface="Corbel"/>
                <a:sym typeface="Corbel"/>
              </a:defRPr>
            </a:lvl2pPr>
            <a:lvl3pPr indent="-323850" lvl="2" marL="1371600" marR="0" rtl="0" algn="l">
              <a:lnSpc>
                <a:spcPct val="90000"/>
              </a:lnSpc>
              <a:spcBef>
                <a:spcPts val="250"/>
              </a:spcBef>
              <a:spcAft>
                <a:spcPts val="0"/>
              </a:spcAft>
              <a:buClr>
                <a:schemeClr val="accent1"/>
              </a:buClr>
              <a:buSzPts val="1500"/>
              <a:buFont typeface="Noto Sans Symbols"/>
              <a:buChar char="●"/>
              <a:defRPr b="0" i="0" sz="1500" u="none" cap="none" strike="noStrike">
                <a:solidFill>
                  <a:srgbClr val="595959"/>
                </a:solidFill>
                <a:latin typeface="Corbel"/>
                <a:ea typeface="Corbel"/>
                <a:cs typeface="Corbel"/>
                <a:sym typeface="Corbel"/>
              </a:defRPr>
            </a:lvl3pPr>
            <a:lvl4pPr indent="-311150" lvl="3" marL="1828800" marR="0" rtl="0" algn="l">
              <a:lnSpc>
                <a:spcPct val="90000"/>
              </a:lnSpc>
              <a:spcBef>
                <a:spcPts val="250"/>
              </a:spcBef>
              <a:spcAft>
                <a:spcPts val="0"/>
              </a:spcAft>
              <a:buClr>
                <a:schemeClr val="accent1"/>
              </a:buClr>
              <a:buSzPts val="1300"/>
              <a:buFont typeface="Noto Sans Symbols"/>
              <a:buChar char="●"/>
              <a:defRPr b="0" i="0" sz="1300" u="none" cap="none" strike="noStrike">
                <a:solidFill>
                  <a:srgbClr val="595959"/>
                </a:solidFill>
                <a:latin typeface="Corbel"/>
                <a:ea typeface="Corbel"/>
                <a:cs typeface="Corbel"/>
                <a:sym typeface="Corbel"/>
              </a:defRPr>
            </a:lvl4pPr>
            <a:lvl5pPr indent="-311150" lvl="4" marL="2286000" marR="0" rtl="0" algn="l">
              <a:lnSpc>
                <a:spcPct val="90000"/>
              </a:lnSpc>
              <a:spcBef>
                <a:spcPts val="250"/>
              </a:spcBef>
              <a:spcAft>
                <a:spcPts val="0"/>
              </a:spcAft>
              <a:buClr>
                <a:schemeClr val="accent1"/>
              </a:buClr>
              <a:buSzPts val="1300"/>
              <a:buFont typeface="Noto Sans Symbols"/>
              <a:buChar char="●"/>
              <a:defRPr b="0" i="0" sz="1300" u="none" cap="none" strike="noStrike">
                <a:solidFill>
                  <a:srgbClr val="595959"/>
                </a:solidFill>
                <a:latin typeface="Corbel"/>
                <a:ea typeface="Corbel"/>
                <a:cs typeface="Corbel"/>
                <a:sym typeface="Corbel"/>
              </a:defRPr>
            </a:lvl5pPr>
            <a:lvl6pPr indent="-311150" lvl="5" marL="2743200" marR="0" rtl="0" algn="l">
              <a:lnSpc>
                <a:spcPct val="90000"/>
              </a:lnSpc>
              <a:spcBef>
                <a:spcPts val="250"/>
              </a:spcBef>
              <a:spcAft>
                <a:spcPts val="0"/>
              </a:spcAft>
              <a:buClr>
                <a:schemeClr val="accent1"/>
              </a:buClr>
              <a:buSzPts val="1300"/>
              <a:buFont typeface="Noto Sans Symbols"/>
              <a:buChar char="●"/>
              <a:defRPr b="0" i="0" sz="1300" u="none" cap="none" strike="noStrike">
                <a:solidFill>
                  <a:srgbClr val="595959"/>
                </a:solidFill>
                <a:latin typeface="Corbel"/>
                <a:ea typeface="Corbel"/>
                <a:cs typeface="Corbel"/>
                <a:sym typeface="Corbel"/>
              </a:defRPr>
            </a:lvl6pPr>
            <a:lvl7pPr indent="-311150" lvl="6" marL="3200400" marR="0" rtl="0" algn="l">
              <a:lnSpc>
                <a:spcPct val="90000"/>
              </a:lnSpc>
              <a:spcBef>
                <a:spcPts val="250"/>
              </a:spcBef>
              <a:spcAft>
                <a:spcPts val="0"/>
              </a:spcAft>
              <a:buClr>
                <a:schemeClr val="accent1"/>
              </a:buClr>
              <a:buSzPts val="1300"/>
              <a:buFont typeface="Noto Sans Symbols"/>
              <a:buChar char="●"/>
              <a:defRPr b="0" i="0" sz="1300" u="none" cap="none" strike="noStrike">
                <a:solidFill>
                  <a:srgbClr val="595959"/>
                </a:solidFill>
                <a:latin typeface="Corbel"/>
                <a:ea typeface="Corbel"/>
                <a:cs typeface="Corbel"/>
                <a:sym typeface="Corbel"/>
              </a:defRPr>
            </a:lvl7pPr>
            <a:lvl8pPr indent="-311150" lvl="7" marL="3657600" marR="0" rtl="0" algn="l">
              <a:lnSpc>
                <a:spcPct val="90000"/>
              </a:lnSpc>
              <a:spcBef>
                <a:spcPts val="250"/>
              </a:spcBef>
              <a:spcAft>
                <a:spcPts val="0"/>
              </a:spcAft>
              <a:buClr>
                <a:schemeClr val="accent1"/>
              </a:buClr>
              <a:buSzPts val="1300"/>
              <a:buFont typeface="Noto Sans Symbols"/>
              <a:buChar char="●"/>
              <a:defRPr b="0" i="0" sz="1300" u="none" cap="none" strike="noStrike">
                <a:solidFill>
                  <a:srgbClr val="595959"/>
                </a:solidFill>
                <a:latin typeface="Corbel"/>
                <a:ea typeface="Corbel"/>
                <a:cs typeface="Corbel"/>
                <a:sym typeface="Corbel"/>
              </a:defRPr>
            </a:lvl8pPr>
            <a:lvl9pPr indent="-311150" lvl="8" marL="4114800" marR="0" rtl="0" algn="l">
              <a:lnSpc>
                <a:spcPct val="90000"/>
              </a:lnSpc>
              <a:spcBef>
                <a:spcPts val="250"/>
              </a:spcBef>
              <a:spcAft>
                <a:spcPts val="250"/>
              </a:spcAft>
              <a:buClr>
                <a:schemeClr val="accent1"/>
              </a:buClr>
              <a:buSzPts val="1300"/>
              <a:buFont typeface="Noto Sans Symbols"/>
              <a:buChar char="●"/>
              <a:defRPr b="0" i="0" sz="1300" u="none" cap="none" strike="noStrike">
                <a:solidFill>
                  <a:srgbClr val="595959"/>
                </a:solidFill>
                <a:latin typeface="Corbel"/>
                <a:ea typeface="Corbel"/>
                <a:cs typeface="Corbel"/>
                <a:sym typeface="Corbel"/>
              </a:defRPr>
            </a:lvl9pPr>
          </a:lstStyle>
          <a:p/>
        </p:txBody>
      </p:sp>
      <p:sp>
        <p:nvSpPr>
          <p:cNvPr id="14" name="Google Shape;14;p1"/>
          <p:cNvSpPr txBox="1"/>
          <p:nvPr>
            <p:ph idx="10" type="dt"/>
          </p:nvPr>
        </p:nvSpPr>
        <p:spPr>
          <a:xfrm>
            <a:off x="196849" y="6356351"/>
            <a:ext cx="2057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7F7F7F"/>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5" name="Google Shape;15;p1"/>
          <p:cNvSpPr txBox="1"/>
          <p:nvPr>
            <p:ph idx="11" type="ftr"/>
          </p:nvPr>
        </p:nvSpPr>
        <p:spPr>
          <a:xfrm>
            <a:off x="2901951" y="6356351"/>
            <a:ext cx="4433638"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7F7F7F"/>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6" name="Google Shape;16;p1"/>
          <p:cNvSpPr txBox="1"/>
          <p:nvPr>
            <p:ph idx="12" type="sldNum"/>
          </p:nvPr>
        </p:nvSpPr>
        <p:spPr>
          <a:xfrm>
            <a:off x="7975602" y="6356351"/>
            <a:ext cx="114819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i="0" sz="1100" u="none" cap="none" strike="noStrike">
                <a:solidFill>
                  <a:schemeClr val="accent1"/>
                </a:solidFill>
                <a:latin typeface="Corbel"/>
                <a:ea typeface="Corbel"/>
                <a:cs typeface="Corbel"/>
                <a:sym typeface="Corbel"/>
              </a:defRPr>
            </a:lvl1pPr>
            <a:lvl2pPr indent="0" lvl="1" marL="0" marR="0" rtl="0" algn="r">
              <a:spcBef>
                <a:spcPts val="0"/>
              </a:spcBef>
              <a:buNone/>
              <a:defRPr b="1" i="0" sz="1100" u="none" cap="none" strike="noStrike">
                <a:solidFill>
                  <a:schemeClr val="accent1"/>
                </a:solidFill>
                <a:latin typeface="Corbel"/>
                <a:ea typeface="Corbel"/>
                <a:cs typeface="Corbel"/>
                <a:sym typeface="Corbel"/>
              </a:defRPr>
            </a:lvl2pPr>
            <a:lvl3pPr indent="0" lvl="2" marL="0" marR="0" rtl="0" algn="r">
              <a:spcBef>
                <a:spcPts val="0"/>
              </a:spcBef>
              <a:buNone/>
              <a:defRPr b="1" i="0" sz="1100" u="none" cap="none" strike="noStrike">
                <a:solidFill>
                  <a:schemeClr val="accent1"/>
                </a:solidFill>
                <a:latin typeface="Corbel"/>
                <a:ea typeface="Corbel"/>
                <a:cs typeface="Corbel"/>
                <a:sym typeface="Corbel"/>
              </a:defRPr>
            </a:lvl3pPr>
            <a:lvl4pPr indent="0" lvl="3" marL="0" marR="0" rtl="0" algn="r">
              <a:spcBef>
                <a:spcPts val="0"/>
              </a:spcBef>
              <a:buNone/>
              <a:defRPr b="1" i="0" sz="1100" u="none" cap="none" strike="noStrike">
                <a:solidFill>
                  <a:schemeClr val="accent1"/>
                </a:solidFill>
                <a:latin typeface="Corbel"/>
                <a:ea typeface="Corbel"/>
                <a:cs typeface="Corbel"/>
                <a:sym typeface="Corbel"/>
              </a:defRPr>
            </a:lvl4pPr>
            <a:lvl5pPr indent="0" lvl="4" marL="0" marR="0" rtl="0" algn="r">
              <a:spcBef>
                <a:spcPts val="0"/>
              </a:spcBef>
              <a:buNone/>
              <a:defRPr b="1" i="0" sz="1100" u="none" cap="none" strike="noStrike">
                <a:solidFill>
                  <a:schemeClr val="accent1"/>
                </a:solidFill>
                <a:latin typeface="Corbel"/>
                <a:ea typeface="Corbel"/>
                <a:cs typeface="Corbel"/>
                <a:sym typeface="Corbel"/>
              </a:defRPr>
            </a:lvl5pPr>
            <a:lvl6pPr indent="0" lvl="5" marL="0" marR="0" rtl="0" algn="r">
              <a:spcBef>
                <a:spcPts val="0"/>
              </a:spcBef>
              <a:buNone/>
              <a:defRPr b="1" i="0" sz="1100" u="none" cap="none" strike="noStrike">
                <a:solidFill>
                  <a:schemeClr val="accent1"/>
                </a:solidFill>
                <a:latin typeface="Corbel"/>
                <a:ea typeface="Corbel"/>
                <a:cs typeface="Corbel"/>
                <a:sym typeface="Corbel"/>
              </a:defRPr>
            </a:lvl6pPr>
            <a:lvl7pPr indent="0" lvl="6" marL="0" marR="0" rtl="0" algn="r">
              <a:spcBef>
                <a:spcPts val="0"/>
              </a:spcBef>
              <a:buNone/>
              <a:defRPr b="1" i="0" sz="1100" u="none" cap="none" strike="noStrike">
                <a:solidFill>
                  <a:schemeClr val="accent1"/>
                </a:solidFill>
                <a:latin typeface="Corbel"/>
                <a:ea typeface="Corbel"/>
                <a:cs typeface="Corbel"/>
                <a:sym typeface="Corbel"/>
              </a:defRPr>
            </a:lvl7pPr>
            <a:lvl8pPr indent="0" lvl="7" marL="0" marR="0" rtl="0" algn="r">
              <a:spcBef>
                <a:spcPts val="0"/>
              </a:spcBef>
              <a:buNone/>
              <a:defRPr b="1" i="0" sz="1100" u="none" cap="none" strike="noStrike">
                <a:solidFill>
                  <a:schemeClr val="accent1"/>
                </a:solidFill>
                <a:latin typeface="Corbel"/>
                <a:ea typeface="Corbel"/>
                <a:cs typeface="Corbel"/>
                <a:sym typeface="Corbel"/>
              </a:defRPr>
            </a:lvl8pPr>
            <a:lvl9pPr indent="0" lvl="8" marL="0" marR="0" rtl="0" algn="r">
              <a:spcBef>
                <a:spcPts val="0"/>
              </a:spcBef>
              <a:buNone/>
              <a:defRPr b="1" i="0" sz="1100" u="none" cap="none" strike="noStrike">
                <a:solidFill>
                  <a:schemeClr val="accent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www.ntu.edu.tw/" TargetMode="External"/><Relationship Id="rId4" Type="http://schemas.openxmlformats.org/officeDocument/2006/relationships/hyperlink" Target="https://www.ntu.edu.t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ntucwclab.wixsite.com/ntucwclab" TargetMode="Externa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11" Type="http://schemas.openxmlformats.org/officeDocument/2006/relationships/image" Target="../media/image14.png"/><Relationship Id="rId10" Type="http://schemas.openxmlformats.org/officeDocument/2006/relationships/image" Target="../media/image4.jpg"/><Relationship Id="rId13" Type="http://schemas.openxmlformats.org/officeDocument/2006/relationships/image" Target="../media/image11.png"/><Relationship Id="rId12"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g"/><Relationship Id="rId4" Type="http://schemas.openxmlformats.org/officeDocument/2006/relationships/image" Target="../media/image9.png"/><Relationship Id="rId9"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13.png"/><Relationship Id="rId7" Type="http://schemas.openxmlformats.org/officeDocument/2006/relationships/image" Target="../media/image6.png"/><Relationship Id="rId8"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1" name="Shape 91"/>
        <p:cNvGrpSpPr/>
        <p:nvPr/>
      </p:nvGrpSpPr>
      <p:grpSpPr>
        <a:xfrm>
          <a:off x="0" y="0"/>
          <a:ext cx="0" cy="0"/>
          <a:chOff x="0" y="0"/>
          <a:chExt cx="0" cy="0"/>
        </a:xfrm>
      </p:grpSpPr>
      <p:sp>
        <p:nvSpPr>
          <p:cNvPr id="92" name="Google Shape;92;p13"/>
          <p:cNvSpPr/>
          <p:nvPr/>
        </p:nvSpPr>
        <p:spPr>
          <a:xfrm>
            <a:off x="-2685" y="761999"/>
            <a:ext cx="2193988" cy="5334001"/>
          </a:xfrm>
          <a:prstGeom prst="rect">
            <a:avLst/>
          </a:prstGeom>
          <a:solidFill>
            <a:srgbClr val="C8C8C8">
              <a:alpha val="6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93" name="Google Shape;93;p13"/>
          <p:cNvSpPr/>
          <p:nvPr/>
        </p:nvSpPr>
        <p:spPr>
          <a:xfrm>
            <a:off x="2287785" y="761999"/>
            <a:ext cx="6856215" cy="5334001"/>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94" name="Google Shape;94;p13"/>
          <p:cNvSpPr txBox="1"/>
          <p:nvPr/>
        </p:nvSpPr>
        <p:spPr>
          <a:xfrm>
            <a:off x="2411760" y="2481047"/>
            <a:ext cx="4824536" cy="18959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160">
                <a:solidFill>
                  <a:schemeClr val="dk1"/>
                </a:solidFill>
                <a:latin typeface="Corbel"/>
                <a:ea typeface="Corbel"/>
                <a:cs typeface="Corbel"/>
                <a:sym typeface="Corbel"/>
              </a:rPr>
              <a:t>陳佳楨</a:t>
            </a:r>
            <a:endParaRPr b="1" sz="2160">
              <a:solidFill>
                <a:schemeClr val="dk1"/>
              </a:solidFill>
              <a:latin typeface="Corbel"/>
              <a:ea typeface="Corbel"/>
              <a:cs typeface="Corbel"/>
              <a:sym typeface="Corbel"/>
            </a:endParaRPr>
          </a:p>
          <a:p>
            <a:pPr indent="0" lvl="0" marL="0" marR="0" rtl="0" algn="l">
              <a:spcBef>
                <a:spcPts val="600"/>
              </a:spcBef>
              <a:spcAft>
                <a:spcPts val="0"/>
              </a:spcAft>
              <a:buNone/>
            </a:pPr>
            <a:r>
              <a:rPr b="1" lang="en-US" sz="2160">
                <a:solidFill>
                  <a:schemeClr val="dk1"/>
                </a:solidFill>
                <a:latin typeface="Corbel"/>
                <a:ea typeface="Corbel"/>
                <a:cs typeface="Corbel"/>
                <a:sym typeface="Corbel"/>
              </a:rPr>
              <a:t>Chen Chia-Chen</a:t>
            </a:r>
            <a:endParaRPr/>
          </a:p>
          <a:p>
            <a:pPr indent="0" lvl="0" marL="0" marR="0" rtl="0" algn="l">
              <a:spcBef>
                <a:spcPts val="600"/>
              </a:spcBef>
              <a:spcAft>
                <a:spcPts val="0"/>
              </a:spcAft>
              <a:buNone/>
            </a:pPr>
            <a:r>
              <a:t/>
            </a:r>
            <a:endParaRPr b="1" sz="2160">
              <a:solidFill>
                <a:schemeClr val="dk1"/>
              </a:solidFill>
              <a:latin typeface="Corbel"/>
              <a:ea typeface="Corbel"/>
              <a:cs typeface="Corbel"/>
              <a:sym typeface="Corbel"/>
            </a:endParaRPr>
          </a:p>
          <a:p>
            <a:pPr indent="0" lvl="0" marL="0" marR="0" rtl="0" algn="l">
              <a:spcBef>
                <a:spcPts val="600"/>
              </a:spcBef>
              <a:spcAft>
                <a:spcPts val="0"/>
              </a:spcAft>
              <a:buNone/>
            </a:pPr>
            <a:r>
              <a:rPr lang="en-US" sz="1620">
                <a:solidFill>
                  <a:schemeClr val="dk2"/>
                </a:solidFill>
                <a:latin typeface="Corbel"/>
                <a:ea typeface="Corbel"/>
                <a:cs typeface="Corbel"/>
                <a:sym typeface="Corbel"/>
              </a:rPr>
              <a:t>🏠 台北市</a:t>
            </a:r>
            <a:endParaRPr sz="1620">
              <a:solidFill>
                <a:schemeClr val="dk2"/>
              </a:solidFill>
              <a:latin typeface="Corbel"/>
              <a:ea typeface="Corbel"/>
              <a:cs typeface="Corbel"/>
              <a:sym typeface="Corbel"/>
            </a:endParaRPr>
          </a:p>
          <a:p>
            <a:pPr indent="0" lvl="0" marL="0" marR="0" rtl="0" algn="l">
              <a:spcBef>
                <a:spcPts val="600"/>
              </a:spcBef>
              <a:spcAft>
                <a:spcPts val="0"/>
              </a:spcAft>
              <a:buNone/>
            </a:pPr>
            <a:r>
              <a:rPr lang="en-US" sz="1620">
                <a:solidFill>
                  <a:schemeClr val="dk2"/>
                </a:solidFill>
                <a:latin typeface="Corbel"/>
                <a:ea typeface="Corbel"/>
                <a:cs typeface="Corbel"/>
                <a:sym typeface="Corbel"/>
              </a:rPr>
              <a:t>✉ jameschen112001@gmail.com</a:t>
            </a:r>
            <a:endParaRPr sz="1800">
              <a:solidFill>
                <a:schemeClr val="dk2"/>
              </a:solidFill>
              <a:latin typeface="Corbel"/>
              <a:ea typeface="Corbel"/>
              <a:cs typeface="Corbel"/>
              <a:sym typeface="Corbe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4"/>
          <p:cNvSpPr/>
          <p:nvPr/>
        </p:nvSpPr>
        <p:spPr>
          <a:xfrm>
            <a:off x="539552" y="476672"/>
            <a:ext cx="3379673"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orbel"/>
                <a:ea typeface="Corbel"/>
                <a:cs typeface="Corbel"/>
                <a:sym typeface="Corbel"/>
              </a:rPr>
              <a:t>Education</a:t>
            </a:r>
            <a:endParaRPr sz="2400">
              <a:solidFill>
                <a:schemeClr val="dk1"/>
              </a:solidFill>
              <a:latin typeface="Corbel"/>
              <a:ea typeface="Corbel"/>
              <a:cs typeface="Corbel"/>
              <a:sym typeface="Corbel"/>
            </a:endParaRPr>
          </a:p>
        </p:txBody>
      </p:sp>
      <p:cxnSp>
        <p:nvCxnSpPr>
          <p:cNvPr id="100" name="Google Shape;100;p14"/>
          <p:cNvCxnSpPr/>
          <p:nvPr/>
        </p:nvCxnSpPr>
        <p:spPr>
          <a:xfrm>
            <a:off x="539552" y="943560"/>
            <a:ext cx="3379673" cy="0"/>
          </a:xfrm>
          <a:prstGeom prst="straightConnector1">
            <a:avLst/>
          </a:prstGeom>
          <a:noFill/>
          <a:ln cap="flat" cmpd="sng" w="9525">
            <a:solidFill>
              <a:schemeClr val="accent1"/>
            </a:solidFill>
            <a:prstDash val="solid"/>
            <a:round/>
            <a:headEnd len="sm" w="sm" type="none"/>
            <a:tailEnd len="sm" w="sm" type="none"/>
          </a:ln>
        </p:spPr>
      </p:cxnSp>
      <p:sp>
        <p:nvSpPr>
          <p:cNvPr id="101" name="Google Shape;101;p14"/>
          <p:cNvSpPr/>
          <p:nvPr/>
        </p:nvSpPr>
        <p:spPr>
          <a:xfrm>
            <a:off x="323528" y="1026459"/>
            <a:ext cx="8712968" cy="2308324"/>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rgbClr val="000000"/>
              </a:buClr>
              <a:buSzPts val="1800"/>
              <a:buFont typeface="Arial"/>
              <a:buChar char="•"/>
            </a:pPr>
            <a:r>
              <a:rPr b="1" lang="en-US" sz="1800">
                <a:solidFill>
                  <a:srgbClr val="000000"/>
                </a:solidFill>
                <a:latin typeface="Arial"/>
                <a:ea typeface="Arial"/>
                <a:cs typeface="Arial"/>
                <a:sym typeface="Arial"/>
              </a:rPr>
              <a:t>University at Buffalo, NY, United States					</a:t>
            </a:r>
            <a:r>
              <a:rPr lang="en-US" sz="1800">
                <a:solidFill>
                  <a:srgbClr val="666666"/>
                </a:solidFill>
                <a:latin typeface="Arial"/>
                <a:ea typeface="Arial"/>
                <a:cs typeface="Arial"/>
                <a:sym typeface="Arial"/>
              </a:rPr>
              <a:t>2021/01 – 2023/02</a:t>
            </a:r>
            <a:endParaRPr b="1" sz="1800">
              <a:solidFill>
                <a:srgbClr val="000000"/>
              </a:solidFill>
              <a:latin typeface="Arial"/>
              <a:ea typeface="Arial"/>
              <a:cs typeface="Arial"/>
              <a:sym typeface="Arial"/>
            </a:endParaRPr>
          </a:p>
          <a:p>
            <a:pPr indent="-285750" lvl="0" marL="285750" marR="0" rtl="0" algn="l">
              <a:spcBef>
                <a:spcPts val="0"/>
              </a:spcBef>
              <a:spcAft>
                <a:spcPts val="0"/>
              </a:spcAft>
              <a:buClr>
                <a:srgbClr val="000000"/>
              </a:buClr>
              <a:buSzPts val="1800"/>
              <a:buFont typeface="Arial"/>
              <a:buChar char="•"/>
            </a:pPr>
            <a:r>
              <a:rPr b="1" i="0" lang="en-US" sz="1800" u="none" strike="noStrike">
                <a:solidFill>
                  <a:srgbClr val="000000"/>
                </a:solidFill>
                <a:latin typeface="Arial"/>
                <a:ea typeface="Arial"/>
                <a:cs typeface="Arial"/>
                <a:sym typeface="Arial"/>
              </a:rPr>
              <a:t>美國紐約州立大學水牛城分校</a:t>
            </a:r>
            <a:endParaRPr b="1" i="0" sz="1800" u="none" strike="noStrike">
              <a:solidFill>
                <a:srgbClr val="000000"/>
              </a:solidFill>
              <a:latin typeface="Arial"/>
              <a:ea typeface="Arial"/>
              <a:cs typeface="Arial"/>
              <a:sym typeface="Arial"/>
            </a:endParaRPr>
          </a:p>
          <a:p>
            <a:pPr indent="-285750" lvl="0" marL="285750" marR="0" rtl="0" algn="l">
              <a:spcBef>
                <a:spcPts val="0"/>
              </a:spcBef>
              <a:spcAft>
                <a:spcPts val="0"/>
              </a:spcAft>
              <a:buClr>
                <a:srgbClr val="000000"/>
              </a:buClr>
              <a:buSzPts val="1800"/>
              <a:buFont typeface="Arial"/>
              <a:buChar char="•"/>
            </a:pPr>
            <a:r>
              <a:rPr b="0" i="0" lang="en-US" sz="1800" u="none" strike="noStrike">
                <a:solidFill>
                  <a:srgbClr val="000000"/>
                </a:solidFill>
                <a:latin typeface="Arial"/>
                <a:ea typeface="Arial"/>
                <a:cs typeface="Arial"/>
                <a:sym typeface="Arial"/>
              </a:rPr>
              <a:t>Master of Science in Computer Science and Engineering, GPA: 3.5/4</a:t>
            </a:r>
            <a:endParaRPr/>
          </a:p>
          <a:p>
            <a:pPr indent="-171450" lvl="0" marL="285750" marR="0" rtl="0" algn="l">
              <a:spcBef>
                <a:spcPts val="0"/>
              </a:spcBef>
              <a:spcAft>
                <a:spcPts val="0"/>
              </a:spcAft>
              <a:buClr>
                <a:schemeClr val="dk1"/>
              </a:buClr>
              <a:buSzPts val="1800"/>
              <a:buFont typeface="Arial"/>
              <a:buNone/>
            </a:pPr>
            <a:r>
              <a:t/>
            </a:r>
            <a:endParaRPr b="0" i="0" sz="1800" u="none" strike="noStrike">
              <a:solidFill>
                <a:srgbClr val="000000"/>
              </a:solidFill>
              <a:latin typeface="Arial"/>
              <a:ea typeface="Arial"/>
              <a:cs typeface="Arial"/>
              <a:sym typeface="Arial"/>
            </a:endParaRPr>
          </a:p>
          <a:p>
            <a:pPr indent="-285750" lvl="0" marL="285750" marR="0" rtl="0" algn="l">
              <a:spcBef>
                <a:spcPts val="0"/>
              </a:spcBef>
              <a:spcAft>
                <a:spcPts val="0"/>
              </a:spcAft>
              <a:buClr>
                <a:srgbClr val="000000"/>
              </a:buClr>
              <a:buSzPts val="1800"/>
              <a:buFont typeface="Arial"/>
              <a:buChar char="•"/>
            </a:pPr>
            <a:r>
              <a:rPr b="1" lang="en-US" sz="1800">
                <a:solidFill>
                  <a:srgbClr val="000000"/>
                </a:solidFill>
                <a:latin typeface="Arial"/>
                <a:ea typeface="Arial"/>
                <a:cs typeface="Arial"/>
                <a:sym typeface="Arial"/>
              </a:rPr>
              <a:t>University of Taipei, Taipei, Taiwan						</a:t>
            </a:r>
            <a:r>
              <a:rPr lang="en-US" sz="1800">
                <a:solidFill>
                  <a:srgbClr val="666666"/>
                </a:solidFill>
                <a:latin typeface="Arial"/>
                <a:ea typeface="Arial"/>
                <a:cs typeface="Arial"/>
                <a:sym typeface="Arial"/>
              </a:rPr>
              <a:t>2014/09 – 2016/06</a:t>
            </a:r>
            <a:endParaRPr b="1" sz="1800">
              <a:solidFill>
                <a:srgbClr val="000000"/>
              </a:solidFill>
              <a:latin typeface="Arial"/>
              <a:ea typeface="Arial"/>
              <a:cs typeface="Arial"/>
              <a:sym typeface="Arial"/>
            </a:endParaRPr>
          </a:p>
          <a:p>
            <a:pPr indent="-285750" lvl="0" marL="285750" marR="0" rtl="0" algn="l">
              <a:spcBef>
                <a:spcPts val="0"/>
              </a:spcBef>
              <a:spcAft>
                <a:spcPts val="0"/>
              </a:spcAft>
              <a:buClr>
                <a:srgbClr val="000000"/>
              </a:buClr>
              <a:buSzPts val="1800"/>
              <a:buFont typeface="Arial"/>
              <a:buChar char="•"/>
            </a:pPr>
            <a:r>
              <a:rPr b="1" lang="en-US" sz="1800">
                <a:solidFill>
                  <a:srgbClr val="000000"/>
                </a:solidFill>
                <a:latin typeface="Arial"/>
                <a:ea typeface="Arial"/>
                <a:cs typeface="Arial"/>
                <a:sym typeface="Arial"/>
              </a:rPr>
              <a:t>臺北市立大學 </a:t>
            </a:r>
            <a:endParaRPr b="1" sz="1800">
              <a:solidFill>
                <a:srgbClr val="000000"/>
              </a:solidFill>
              <a:latin typeface="Arial"/>
              <a:ea typeface="Arial"/>
              <a:cs typeface="Arial"/>
              <a:sym typeface="Arial"/>
            </a:endParaRPr>
          </a:p>
          <a:p>
            <a:pPr indent="-285750" lvl="0" marL="285750" marR="0" rtl="0" algn="l">
              <a:spcBef>
                <a:spcPts val="0"/>
              </a:spcBef>
              <a:spcAft>
                <a:spcPts val="0"/>
              </a:spcAft>
              <a:buClr>
                <a:srgbClr val="000000"/>
              </a:buClr>
              <a:buSzPts val="1800"/>
              <a:buFont typeface="Arial"/>
              <a:buChar char="•"/>
            </a:pPr>
            <a:r>
              <a:rPr i="0" lang="en-US" sz="1800" u="none" strike="noStrike">
                <a:solidFill>
                  <a:srgbClr val="000000"/>
                </a:solidFill>
                <a:latin typeface="Arial"/>
                <a:ea typeface="Arial"/>
                <a:cs typeface="Arial"/>
                <a:sym typeface="Arial"/>
              </a:rPr>
              <a:t>Master of Science in Chemistry, </a:t>
            </a:r>
            <a:r>
              <a:rPr lang="en-US" sz="1800">
                <a:solidFill>
                  <a:srgbClr val="000000"/>
                </a:solidFill>
                <a:latin typeface="Arial"/>
                <a:ea typeface="Arial"/>
                <a:cs typeface="Arial"/>
                <a:sym typeface="Arial"/>
              </a:rPr>
              <a:t>GPA: 88/100</a:t>
            </a:r>
            <a:endParaRPr i="0" sz="1800" u="none" strike="noStrike">
              <a:solidFill>
                <a:srgbClr val="000000"/>
              </a:solidFill>
              <a:latin typeface="Arial"/>
              <a:ea typeface="Arial"/>
              <a:cs typeface="Arial"/>
              <a:sym typeface="Arial"/>
            </a:endParaRPr>
          </a:p>
          <a:p>
            <a:pPr indent="-171450" lvl="0" marL="285750" marR="0" rtl="0" algn="l">
              <a:spcBef>
                <a:spcPts val="0"/>
              </a:spcBef>
              <a:spcAft>
                <a:spcPts val="0"/>
              </a:spcAft>
              <a:buClr>
                <a:schemeClr val="dk1"/>
              </a:buClr>
              <a:buSzPts val="1800"/>
              <a:buFont typeface="Arial"/>
              <a:buNone/>
            </a:pPr>
            <a:r>
              <a:t/>
            </a:r>
            <a:endParaRPr b="0" sz="1800">
              <a:solidFill>
                <a:schemeClr val="dk1"/>
              </a:solidFill>
              <a:latin typeface="Arial"/>
              <a:ea typeface="Arial"/>
              <a:cs typeface="Arial"/>
              <a:sym typeface="Arial"/>
            </a:endParaRPr>
          </a:p>
        </p:txBody>
      </p:sp>
      <p:sp>
        <p:nvSpPr>
          <p:cNvPr id="102" name="Google Shape;102;p14"/>
          <p:cNvSpPr/>
          <p:nvPr/>
        </p:nvSpPr>
        <p:spPr>
          <a:xfrm>
            <a:off x="539552" y="3311139"/>
            <a:ext cx="881973"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orbel"/>
                <a:ea typeface="Corbel"/>
                <a:cs typeface="Corbel"/>
                <a:sym typeface="Corbel"/>
              </a:rPr>
              <a:t>Skills</a:t>
            </a:r>
            <a:endParaRPr sz="2400">
              <a:solidFill>
                <a:schemeClr val="dk1"/>
              </a:solidFill>
              <a:latin typeface="Corbel"/>
              <a:ea typeface="Corbel"/>
              <a:cs typeface="Corbel"/>
              <a:sym typeface="Corbel"/>
            </a:endParaRPr>
          </a:p>
        </p:txBody>
      </p:sp>
      <p:cxnSp>
        <p:nvCxnSpPr>
          <p:cNvPr id="103" name="Google Shape;103;p14"/>
          <p:cNvCxnSpPr/>
          <p:nvPr/>
        </p:nvCxnSpPr>
        <p:spPr>
          <a:xfrm>
            <a:off x="539552" y="3861048"/>
            <a:ext cx="3379673" cy="0"/>
          </a:xfrm>
          <a:prstGeom prst="straightConnector1">
            <a:avLst/>
          </a:prstGeom>
          <a:noFill/>
          <a:ln cap="flat" cmpd="sng" w="9525">
            <a:solidFill>
              <a:schemeClr val="accent1"/>
            </a:solidFill>
            <a:prstDash val="solid"/>
            <a:round/>
            <a:headEnd len="sm" w="sm" type="none"/>
            <a:tailEnd len="sm" w="sm" type="none"/>
          </a:ln>
        </p:spPr>
      </p:cxnSp>
      <p:sp>
        <p:nvSpPr>
          <p:cNvPr id="104" name="Google Shape;104;p14"/>
          <p:cNvSpPr/>
          <p:nvPr/>
        </p:nvSpPr>
        <p:spPr>
          <a:xfrm>
            <a:off x="323525" y="3860025"/>
            <a:ext cx="8820600" cy="27678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5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Language：</a:t>
            </a:r>
            <a:r>
              <a:rPr i="1" lang="en-US" sz="1800">
                <a:solidFill>
                  <a:schemeClr val="dk1"/>
                </a:solidFill>
                <a:latin typeface="Arial"/>
                <a:ea typeface="Arial"/>
                <a:cs typeface="Arial"/>
                <a:sym typeface="Arial"/>
              </a:rPr>
              <a:t>English(Fluent), Chinese(Native).</a:t>
            </a:r>
            <a:endParaRPr i="1" sz="1800">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Programming Language：</a:t>
            </a:r>
            <a:r>
              <a:rPr i="1" lang="en-US" sz="1800">
                <a:solidFill>
                  <a:schemeClr val="dk1"/>
                </a:solidFill>
                <a:latin typeface="Arial"/>
                <a:ea typeface="Arial"/>
                <a:cs typeface="Arial"/>
                <a:sym typeface="Arial"/>
              </a:rPr>
              <a:t>Python, C++, C#, SQL, JavaScript, HTML, </a:t>
            </a:r>
            <a:r>
              <a:rPr i="1" lang="en-US" sz="1800">
                <a:solidFill>
                  <a:schemeClr val="dk1"/>
                </a:solidFill>
              </a:rPr>
              <a:t>CSS</a:t>
            </a: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Tools：</a:t>
            </a:r>
            <a:r>
              <a:rPr i="1" lang="en-US" sz="1800">
                <a:solidFill>
                  <a:schemeClr val="dk1"/>
                </a:solidFill>
                <a:latin typeface="Arial"/>
                <a:ea typeface="Arial"/>
                <a:cs typeface="Arial"/>
                <a:sym typeface="Arial"/>
              </a:rPr>
              <a:t>Visual Studio Code, </a:t>
            </a:r>
            <a:r>
              <a:rPr i="1" lang="en-US" sz="1800">
                <a:solidFill>
                  <a:schemeClr val="dk1"/>
                </a:solidFill>
              </a:rPr>
              <a:t>Visual Studio, </a:t>
            </a:r>
            <a:r>
              <a:rPr i="1" lang="en-US" sz="1800">
                <a:solidFill>
                  <a:schemeClr val="dk1"/>
                </a:solidFill>
                <a:latin typeface="Arial"/>
                <a:ea typeface="Arial"/>
                <a:cs typeface="Arial"/>
                <a:sym typeface="Arial"/>
              </a:rPr>
              <a:t>Jupyter Notebook, Git, Linux.</a:t>
            </a:r>
            <a:endParaRPr i="1"/>
          </a:p>
          <a:p>
            <a:pPr indent="-285750" lvl="0" marL="285750" marR="0" rtl="0" algn="l">
              <a:lnSpc>
                <a:spcPct val="15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Computer Science: </a:t>
            </a:r>
            <a:r>
              <a:rPr i="1" lang="en-US" sz="1800">
                <a:solidFill>
                  <a:schemeClr val="dk1"/>
                </a:solidFill>
                <a:latin typeface="Arial"/>
                <a:ea typeface="Arial"/>
                <a:cs typeface="Arial"/>
                <a:sym typeface="Arial"/>
              </a:rPr>
              <a:t>Machine Learning, Computer Vision, </a:t>
            </a:r>
            <a:r>
              <a:rPr i="1" lang="en-US" sz="1800">
                <a:solidFill>
                  <a:schemeClr val="dk1"/>
                </a:solidFill>
              </a:rPr>
              <a:t>Database Design, </a:t>
            </a:r>
            <a:endParaRPr i="1" sz="1800">
              <a:solidFill>
                <a:schemeClr val="dk1"/>
              </a:solidFill>
            </a:endParaRPr>
          </a:p>
          <a:p>
            <a:pPr indent="457200" lvl="0" marL="1828800" marR="0" rtl="0" algn="l">
              <a:lnSpc>
                <a:spcPct val="150000"/>
              </a:lnSpc>
              <a:spcBef>
                <a:spcPts val="0"/>
              </a:spcBef>
              <a:spcAft>
                <a:spcPts val="0"/>
              </a:spcAft>
              <a:buNone/>
            </a:pPr>
            <a:r>
              <a:rPr i="1" lang="en-US" sz="1800">
                <a:solidFill>
                  <a:schemeClr val="dk1"/>
                </a:solidFill>
              </a:rPr>
              <a:t>Web Development, </a:t>
            </a:r>
            <a:r>
              <a:rPr i="1" lang="en-US" sz="1800">
                <a:solidFill>
                  <a:schemeClr val="dk1"/>
                </a:solidFill>
                <a:latin typeface="Arial"/>
                <a:ea typeface="Arial"/>
                <a:cs typeface="Arial"/>
                <a:sym typeface="Arial"/>
              </a:rPr>
              <a:t>Python Development</a:t>
            </a:r>
            <a:r>
              <a:rPr i="1" lang="en-US" sz="1800">
                <a:solidFill>
                  <a:schemeClr val="dk1"/>
                </a:solidFill>
              </a:rPr>
              <a:t>.</a:t>
            </a:r>
            <a:endParaRPr i="1"/>
          </a:p>
          <a:p>
            <a:pPr indent="-285750" lvl="0" marL="285750" marR="0" rtl="0" algn="l">
              <a:lnSpc>
                <a:spcPct val="15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Chemistry:</a:t>
            </a:r>
            <a:r>
              <a:rPr i="1" lang="en-US" sz="1800">
                <a:solidFill>
                  <a:schemeClr val="dk1"/>
                </a:solidFill>
                <a:latin typeface="Arial"/>
                <a:ea typeface="Arial"/>
                <a:cs typeface="Arial"/>
                <a:sym typeface="Arial"/>
              </a:rPr>
              <a:t> Inorganic and Organic Synthesis, Organic Metal, Instrument Analysis.</a:t>
            </a:r>
            <a:endParaRPr i="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5"/>
          <p:cNvSpPr/>
          <p:nvPr/>
        </p:nvSpPr>
        <p:spPr>
          <a:xfrm>
            <a:off x="611560" y="657856"/>
            <a:ext cx="3379673"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chemeClr val="dk1"/>
                </a:solidFill>
                <a:latin typeface="Corbel"/>
                <a:ea typeface="Corbel"/>
                <a:cs typeface="Corbel"/>
                <a:sym typeface="Corbel"/>
              </a:rPr>
              <a:t>Soft Skills</a:t>
            </a:r>
            <a:endParaRPr sz="2800">
              <a:solidFill>
                <a:schemeClr val="dk1"/>
              </a:solidFill>
              <a:latin typeface="Corbel"/>
              <a:ea typeface="Corbel"/>
              <a:cs typeface="Corbel"/>
              <a:sym typeface="Corbel"/>
            </a:endParaRPr>
          </a:p>
        </p:txBody>
      </p:sp>
      <p:cxnSp>
        <p:nvCxnSpPr>
          <p:cNvPr id="111" name="Google Shape;111;p15"/>
          <p:cNvCxnSpPr/>
          <p:nvPr/>
        </p:nvCxnSpPr>
        <p:spPr>
          <a:xfrm>
            <a:off x="611560" y="1268760"/>
            <a:ext cx="3379673" cy="0"/>
          </a:xfrm>
          <a:prstGeom prst="straightConnector1">
            <a:avLst/>
          </a:prstGeom>
          <a:noFill/>
          <a:ln cap="flat" cmpd="sng" w="9525">
            <a:solidFill>
              <a:schemeClr val="accent1"/>
            </a:solidFill>
            <a:prstDash val="solid"/>
            <a:round/>
            <a:headEnd len="sm" w="sm" type="none"/>
            <a:tailEnd len="sm" w="sm" type="none"/>
          </a:ln>
        </p:spPr>
      </p:cxnSp>
      <p:sp>
        <p:nvSpPr>
          <p:cNvPr id="112" name="Google Shape;112;p15"/>
          <p:cNvSpPr/>
          <p:nvPr/>
        </p:nvSpPr>
        <p:spPr>
          <a:xfrm>
            <a:off x="395536" y="1412776"/>
            <a:ext cx="8136904" cy="170303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50000"/>
              </a:lnSpc>
              <a:spcBef>
                <a:spcPts val="0"/>
              </a:spcBef>
              <a:spcAft>
                <a:spcPts val="0"/>
              </a:spcAft>
              <a:buClr>
                <a:schemeClr val="dk1"/>
              </a:buClr>
              <a:buSzPts val="1800"/>
              <a:buFont typeface="Arial"/>
              <a:buChar char="•"/>
            </a:pPr>
            <a:r>
              <a:rPr b="1" lang="en-US" sz="1800">
                <a:solidFill>
                  <a:schemeClr val="dk1"/>
                </a:solidFill>
                <a:latin typeface="Arial"/>
                <a:ea typeface="Arial"/>
                <a:cs typeface="Arial"/>
                <a:sym typeface="Arial"/>
              </a:rPr>
              <a:t>Problem</a:t>
            </a:r>
            <a:r>
              <a:rPr lang="en-US" sz="1800">
                <a:solidFill>
                  <a:schemeClr val="dk1"/>
                </a:solidFill>
                <a:latin typeface="Arial"/>
                <a:ea typeface="Arial"/>
                <a:cs typeface="Arial"/>
                <a:sym typeface="Arial"/>
              </a:rPr>
              <a:t> </a:t>
            </a:r>
            <a:r>
              <a:rPr b="1" lang="en-US" sz="1800">
                <a:solidFill>
                  <a:schemeClr val="dk1"/>
                </a:solidFill>
                <a:latin typeface="Arial"/>
                <a:ea typeface="Arial"/>
                <a:cs typeface="Arial"/>
                <a:sym typeface="Arial"/>
              </a:rPr>
              <a:t>Solving</a:t>
            </a:r>
            <a:r>
              <a:rPr lang="en-US" sz="1800">
                <a:solidFill>
                  <a:schemeClr val="dk1"/>
                </a:solidFill>
                <a:latin typeface="Arial"/>
                <a:ea typeface="Arial"/>
                <a:cs typeface="Arial"/>
                <a:sym typeface="Arial"/>
              </a:rPr>
              <a:t>:  Identified &amp; implemented solutions to improve efficiency.</a:t>
            </a:r>
            <a:endParaRPr/>
          </a:p>
          <a:p>
            <a:pPr indent="-285750" lvl="0" marL="285750" marR="0" rtl="0" algn="l">
              <a:lnSpc>
                <a:spcPct val="150000"/>
              </a:lnSpc>
              <a:spcBef>
                <a:spcPts val="0"/>
              </a:spcBef>
              <a:spcAft>
                <a:spcPts val="0"/>
              </a:spcAft>
              <a:buClr>
                <a:schemeClr val="dk1"/>
              </a:buClr>
              <a:buSzPts val="1800"/>
              <a:buFont typeface="Arial"/>
              <a:buChar char="•"/>
            </a:pPr>
            <a:r>
              <a:rPr b="1" lang="en-US" sz="1800">
                <a:solidFill>
                  <a:schemeClr val="dk1"/>
                </a:solidFill>
                <a:latin typeface="Arial"/>
                <a:ea typeface="Arial"/>
                <a:cs typeface="Arial"/>
                <a:sym typeface="Arial"/>
              </a:rPr>
              <a:t>Teamwork:</a:t>
            </a:r>
            <a:r>
              <a:rPr lang="en-US" sz="1800">
                <a:solidFill>
                  <a:schemeClr val="dk1"/>
                </a:solidFill>
                <a:latin typeface="Arial"/>
                <a:ea typeface="Arial"/>
                <a:cs typeface="Arial"/>
                <a:sym typeface="Arial"/>
              </a:rPr>
              <a:t> Collaborated with colleagues to complete projects on-time. </a:t>
            </a:r>
            <a:endParaRPr/>
          </a:p>
          <a:p>
            <a:pPr indent="-285750" lvl="0" marL="285750" marR="0" rtl="0" algn="l">
              <a:lnSpc>
                <a:spcPct val="150000"/>
              </a:lnSpc>
              <a:spcBef>
                <a:spcPts val="0"/>
              </a:spcBef>
              <a:spcAft>
                <a:spcPts val="0"/>
              </a:spcAft>
              <a:buClr>
                <a:schemeClr val="dk1"/>
              </a:buClr>
              <a:buSzPts val="1800"/>
              <a:buFont typeface="Arial"/>
              <a:buChar char="•"/>
            </a:pPr>
            <a:r>
              <a:rPr b="1" lang="en-US" sz="1800">
                <a:solidFill>
                  <a:schemeClr val="dk1"/>
                </a:solidFill>
                <a:latin typeface="Arial"/>
                <a:ea typeface="Arial"/>
                <a:cs typeface="Arial"/>
                <a:sym typeface="Arial"/>
              </a:rPr>
              <a:t>Responsibility:</a:t>
            </a:r>
            <a:r>
              <a:rPr lang="en-US" sz="1800">
                <a:solidFill>
                  <a:schemeClr val="dk1"/>
                </a:solidFill>
                <a:latin typeface="Arial"/>
                <a:ea typeface="Arial"/>
                <a:cs typeface="Arial"/>
                <a:sym typeface="Arial"/>
              </a:rPr>
              <a:t> Managed multiple projects, meeting deadlines &amp; delivering high-quality results.</a:t>
            </a:r>
            <a:endParaRPr/>
          </a:p>
        </p:txBody>
      </p:sp>
      <p:sp>
        <p:nvSpPr>
          <p:cNvPr id="113" name="Google Shape;113;p15"/>
          <p:cNvSpPr/>
          <p:nvPr/>
        </p:nvSpPr>
        <p:spPr>
          <a:xfrm>
            <a:off x="611560" y="3429000"/>
            <a:ext cx="2589170"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chemeClr val="dk1"/>
                </a:solidFill>
                <a:latin typeface="Corbel"/>
                <a:ea typeface="Corbel"/>
                <a:cs typeface="Corbel"/>
                <a:sym typeface="Corbel"/>
              </a:rPr>
              <a:t>Job Experience </a:t>
            </a:r>
            <a:endParaRPr sz="2800">
              <a:solidFill>
                <a:schemeClr val="dk1"/>
              </a:solidFill>
              <a:latin typeface="Corbel"/>
              <a:ea typeface="Corbel"/>
              <a:cs typeface="Corbel"/>
              <a:sym typeface="Corbel"/>
            </a:endParaRPr>
          </a:p>
        </p:txBody>
      </p:sp>
      <p:cxnSp>
        <p:nvCxnSpPr>
          <p:cNvPr id="114" name="Google Shape;114;p15"/>
          <p:cNvCxnSpPr/>
          <p:nvPr/>
        </p:nvCxnSpPr>
        <p:spPr>
          <a:xfrm>
            <a:off x="611560" y="3967896"/>
            <a:ext cx="3379673" cy="0"/>
          </a:xfrm>
          <a:prstGeom prst="straightConnector1">
            <a:avLst/>
          </a:prstGeom>
          <a:noFill/>
          <a:ln cap="flat" cmpd="sng" w="9525">
            <a:solidFill>
              <a:schemeClr val="accent1"/>
            </a:solidFill>
            <a:prstDash val="solid"/>
            <a:round/>
            <a:headEnd len="sm" w="sm" type="none"/>
            <a:tailEnd len="sm" w="sm" type="none"/>
          </a:ln>
        </p:spPr>
      </p:cxnSp>
      <p:sp>
        <p:nvSpPr>
          <p:cNvPr id="115" name="Google Shape;115;p15"/>
          <p:cNvSpPr txBox="1"/>
          <p:nvPr/>
        </p:nvSpPr>
        <p:spPr>
          <a:xfrm>
            <a:off x="395536" y="4064291"/>
            <a:ext cx="7992888" cy="1754326"/>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800"/>
              <a:buFont typeface="Arial"/>
              <a:buChar char="•"/>
            </a:pPr>
            <a:r>
              <a:rPr b="1" i="0" lang="en-US" sz="1800" u="none" strike="noStrike">
                <a:solidFill>
                  <a:srgbClr val="000000"/>
                </a:solidFill>
                <a:latin typeface="Arial"/>
                <a:ea typeface="Arial"/>
                <a:cs typeface="Arial"/>
                <a:sym typeface="Arial"/>
              </a:rPr>
              <a:t>Research Assistance</a:t>
            </a:r>
            <a:r>
              <a:rPr b="0" i="0" lang="en-US" sz="1800" u="none" strike="noStrike">
                <a:solidFill>
                  <a:srgbClr val="000000"/>
                </a:solidFill>
                <a:latin typeface="Arial"/>
                <a:ea typeface="Arial"/>
                <a:cs typeface="Arial"/>
                <a:sym typeface="Arial"/>
              </a:rPr>
              <a:t>,</a:t>
            </a:r>
            <a:r>
              <a:rPr b="0" i="0" lang="en-US" sz="1800" u="none" strike="noStrike">
                <a:solidFill>
                  <a:srgbClr val="007BFF"/>
                </a:solidFill>
                <a:latin typeface="Arial"/>
                <a:ea typeface="Arial"/>
                <a:cs typeface="Arial"/>
                <a:sym typeface="Arial"/>
              </a:rPr>
              <a:t> </a:t>
            </a:r>
            <a:r>
              <a:rPr b="0" i="0" lang="en-US" sz="1800" u="sng" strike="noStrike">
                <a:solidFill>
                  <a:schemeClr val="hlink"/>
                </a:solidFill>
                <a:latin typeface="Arial"/>
                <a:ea typeface="Arial"/>
                <a:cs typeface="Arial"/>
                <a:sym typeface="Arial"/>
                <a:hlinkClick r:id="rId3"/>
              </a:rPr>
              <a:t>National Taiwan University</a:t>
            </a:r>
            <a:r>
              <a:rPr b="0" i="0" lang="en-US" sz="1800" u="none" strike="noStrike">
                <a:solidFill>
                  <a:srgbClr val="000000"/>
                </a:solidFill>
                <a:latin typeface="Arial"/>
                <a:ea typeface="Arial"/>
                <a:cs typeface="Arial"/>
                <a:sym typeface="Arial"/>
              </a:rPr>
              <a:t>, Taipei, Taiwan </a:t>
            </a:r>
            <a:endParaRPr/>
          </a:p>
          <a:p>
            <a:pPr indent="-285750" lvl="0" marL="285750" marR="0" rtl="0" algn="l">
              <a:lnSpc>
                <a:spcPct val="100000"/>
              </a:lnSpc>
              <a:spcBef>
                <a:spcPts val="0"/>
              </a:spcBef>
              <a:spcAft>
                <a:spcPts val="0"/>
              </a:spcAft>
              <a:buClr>
                <a:srgbClr val="666666"/>
              </a:buClr>
              <a:buSzPts val="1800"/>
              <a:buFont typeface="Arial"/>
              <a:buChar char="•"/>
            </a:pPr>
            <a:r>
              <a:rPr b="0" i="0" lang="en-US" sz="1800" u="none" strike="noStrike">
                <a:solidFill>
                  <a:srgbClr val="666666"/>
                </a:solidFill>
                <a:latin typeface="Arial"/>
                <a:ea typeface="Arial"/>
                <a:cs typeface="Arial"/>
                <a:sym typeface="Arial"/>
              </a:rPr>
              <a:t>2016/09 –2019/09</a:t>
            </a:r>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strike="noStrike">
              <a:solidFill>
                <a:srgbClr val="666666"/>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strike="noStrike">
                <a:solidFill>
                  <a:srgbClr val="000000"/>
                </a:solidFill>
                <a:latin typeface="Arial"/>
                <a:ea typeface="Arial"/>
                <a:cs typeface="Arial"/>
                <a:sym typeface="Arial"/>
              </a:rPr>
              <a:t>Teaching Assistance</a:t>
            </a:r>
            <a:r>
              <a:rPr b="0" i="0" lang="en-US" sz="1800" u="none" strike="noStrike">
                <a:solidFill>
                  <a:srgbClr val="000000"/>
                </a:solidFill>
                <a:latin typeface="Arial"/>
                <a:ea typeface="Arial"/>
                <a:cs typeface="Arial"/>
                <a:sym typeface="Arial"/>
              </a:rPr>
              <a:t>,</a:t>
            </a:r>
            <a:r>
              <a:rPr b="0" i="0" lang="en-US" sz="1800" u="none" strike="noStrike">
                <a:solidFill>
                  <a:srgbClr val="007BFF"/>
                </a:solidFill>
                <a:latin typeface="Arial"/>
                <a:ea typeface="Arial"/>
                <a:cs typeface="Arial"/>
                <a:sym typeface="Arial"/>
              </a:rPr>
              <a:t> </a:t>
            </a:r>
            <a:r>
              <a:rPr b="0" i="0" lang="en-US" sz="1800" u="sng" strike="noStrike">
                <a:solidFill>
                  <a:schemeClr val="hlink"/>
                </a:solidFill>
                <a:latin typeface="Arial"/>
                <a:ea typeface="Arial"/>
                <a:cs typeface="Arial"/>
                <a:sym typeface="Arial"/>
                <a:hlinkClick r:id="rId4"/>
              </a:rPr>
              <a:t>National Taiwan University</a:t>
            </a:r>
            <a:r>
              <a:rPr b="0" i="0" lang="en-US" sz="1800" u="none" strike="noStrike">
                <a:solidFill>
                  <a:srgbClr val="000000"/>
                </a:solidFill>
                <a:latin typeface="Arial"/>
                <a:ea typeface="Arial"/>
                <a:cs typeface="Arial"/>
                <a:sym typeface="Arial"/>
              </a:rPr>
              <a:t>, Taipei, Taiwan </a:t>
            </a:r>
            <a:endParaRPr/>
          </a:p>
          <a:p>
            <a:pPr indent="-285750" lvl="0" marL="285750" marR="0" rtl="0" algn="l">
              <a:lnSpc>
                <a:spcPct val="100000"/>
              </a:lnSpc>
              <a:spcBef>
                <a:spcPts val="0"/>
              </a:spcBef>
              <a:spcAft>
                <a:spcPts val="0"/>
              </a:spcAft>
              <a:buClr>
                <a:srgbClr val="666666"/>
              </a:buClr>
              <a:buSzPts val="1800"/>
              <a:buFont typeface="Arial"/>
              <a:buChar char="•"/>
            </a:pPr>
            <a:r>
              <a:rPr b="0" i="0" lang="en-US" sz="1800" u="none" strike="noStrike">
                <a:solidFill>
                  <a:srgbClr val="666666"/>
                </a:solidFill>
                <a:latin typeface="Arial"/>
                <a:ea typeface="Arial"/>
                <a:cs typeface="Arial"/>
                <a:sym typeface="Arial"/>
              </a:rPr>
              <a:t>2016/09 –2017/06</a:t>
            </a:r>
            <a:endParaRPr b="0" sz="1800">
              <a:solidFill>
                <a:schemeClr val="dk1"/>
              </a:solidFill>
              <a:latin typeface="Arial"/>
              <a:ea typeface="Arial"/>
              <a:cs typeface="Arial"/>
              <a:sym typeface="Arial"/>
            </a:endParaRPr>
          </a:p>
          <a:p>
            <a:pPr indent="-228600" lvl="0" marL="342900" marR="85725" rtl="0" algn="just">
              <a:spcBef>
                <a:spcPts val="0"/>
              </a:spcBef>
              <a:spcAft>
                <a:spcPts val="0"/>
              </a:spcAft>
              <a:buClr>
                <a:schemeClr val="dk1"/>
              </a:buClr>
              <a:buSzPts val="1800"/>
              <a:buFont typeface="Arial"/>
              <a:buNone/>
            </a:pPr>
            <a:r>
              <a:t/>
            </a:r>
            <a:endParaRPr b="0" sz="18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p:nvPr/>
        </p:nvSpPr>
        <p:spPr>
          <a:xfrm>
            <a:off x="230107" y="745471"/>
            <a:ext cx="8277600" cy="708000"/>
          </a:xfrm>
          <a:prstGeom prst="rect">
            <a:avLst/>
          </a:prstGeom>
          <a:noFill/>
          <a:ln>
            <a:noFill/>
          </a:ln>
        </p:spPr>
        <p:txBody>
          <a:bodyPr anchorCtr="0" anchor="t" bIns="45700" lIns="91425" spcFirstLastPara="1" rIns="91425" wrap="square" tIns="45700">
            <a:noAutofit/>
          </a:bodyPr>
          <a:lstStyle/>
          <a:p>
            <a:pPr indent="9525" lvl="0" marL="0" marR="85725" rtl="0" algn="ctr">
              <a:spcBef>
                <a:spcPts val="0"/>
              </a:spcBef>
              <a:spcAft>
                <a:spcPts val="0"/>
              </a:spcAft>
              <a:buNone/>
            </a:pPr>
            <a:r>
              <a:rPr b="1" lang="en-US" sz="2000"/>
              <a:t>Web Design for Laboratory </a:t>
            </a:r>
            <a:endParaRPr/>
          </a:p>
          <a:p>
            <a:pPr indent="0" lvl="0" marL="0" marR="85725" rtl="0" algn="l">
              <a:spcBef>
                <a:spcPts val="0"/>
              </a:spcBef>
              <a:spcAft>
                <a:spcPts val="0"/>
              </a:spcAft>
              <a:buNone/>
            </a:pPr>
            <a:r>
              <a:t/>
            </a:r>
            <a:endParaRPr b="1" sz="2000">
              <a:solidFill>
                <a:schemeClr val="dk1"/>
              </a:solidFill>
              <a:latin typeface="Arial"/>
              <a:ea typeface="Arial"/>
              <a:cs typeface="Arial"/>
              <a:sym typeface="Arial"/>
            </a:endParaRPr>
          </a:p>
        </p:txBody>
      </p:sp>
      <p:cxnSp>
        <p:nvCxnSpPr>
          <p:cNvPr id="122" name="Google Shape;122;p16"/>
          <p:cNvCxnSpPr/>
          <p:nvPr/>
        </p:nvCxnSpPr>
        <p:spPr>
          <a:xfrm>
            <a:off x="361883" y="745471"/>
            <a:ext cx="3379800" cy="0"/>
          </a:xfrm>
          <a:prstGeom prst="straightConnector1">
            <a:avLst/>
          </a:prstGeom>
          <a:noFill/>
          <a:ln cap="flat" cmpd="sng" w="9525">
            <a:solidFill>
              <a:schemeClr val="accent1"/>
            </a:solidFill>
            <a:prstDash val="solid"/>
            <a:round/>
            <a:headEnd len="sm" w="sm" type="none"/>
            <a:tailEnd len="sm" w="sm" type="none"/>
          </a:ln>
        </p:spPr>
      </p:cxnSp>
      <p:sp>
        <p:nvSpPr>
          <p:cNvPr id="123" name="Google Shape;123;p16"/>
          <p:cNvSpPr/>
          <p:nvPr/>
        </p:nvSpPr>
        <p:spPr>
          <a:xfrm>
            <a:off x="298468" y="306559"/>
            <a:ext cx="3379800" cy="461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orbel"/>
                <a:ea typeface="Corbel"/>
                <a:cs typeface="Corbel"/>
                <a:sym typeface="Corbel"/>
              </a:rPr>
              <a:t>Project</a:t>
            </a:r>
            <a:endParaRPr sz="2400">
              <a:solidFill>
                <a:schemeClr val="dk1"/>
              </a:solidFill>
              <a:latin typeface="Corbel"/>
              <a:ea typeface="Corbel"/>
              <a:cs typeface="Corbel"/>
              <a:sym typeface="Corbel"/>
            </a:endParaRPr>
          </a:p>
        </p:txBody>
      </p:sp>
      <p:sp>
        <p:nvSpPr>
          <p:cNvPr id="124" name="Google Shape;124;p16"/>
          <p:cNvSpPr txBox="1"/>
          <p:nvPr/>
        </p:nvSpPr>
        <p:spPr>
          <a:xfrm>
            <a:off x="539556" y="5864891"/>
            <a:ext cx="8064900" cy="9051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en-US" sz="1600">
                <a:solidFill>
                  <a:srgbClr val="0070C0"/>
                </a:solidFill>
              </a:rPr>
              <a:t>Purpose</a:t>
            </a:r>
            <a:r>
              <a:rPr b="1" lang="en-US" sz="1600">
                <a:solidFill>
                  <a:srgbClr val="0070C0"/>
                </a:solidFill>
                <a:latin typeface="Arial"/>
                <a:ea typeface="Arial"/>
                <a:cs typeface="Arial"/>
                <a:sym typeface="Arial"/>
              </a:rPr>
              <a:t>:</a:t>
            </a:r>
            <a:endParaRPr sz="1600">
              <a:solidFill>
                <a:schemeClr val="dk1"/>
              </a:solidFill>
            </a:endParaRPr>
          </a:p>
          <a:p>
            <a:pPr indent="-171450" lvl="0" marL="171450" marR="0" rtl="0" algn="l">
              <a:lnSpc>
                <a:spcPct val="115000"/>
              </a:lnSpc>
              <a:spcBef>
                <a:spcPts val="0"/>
              </a:spcBef>
              <a:spcAft>
                <a:spcPts val="0"/>
              </a:spcAft>
              <a:buClr>
                <a:schemeClr val="dk1"/>
              </a:buClr>
              <a:buSzPts val="1600"/>
              <a:buFont typeface="Arial"/>
              <a:buChar char="•"/>
            </a:pPr>
            <a:r>
              <a:rPr lang="en-US" sz="1600">
                <a:solidFill>
                  <a:schemeClr val="dk1"/>
                </a:solidFill>
              </a:rPr>
              <a:t>The website's purpose is to boost the lab's visibility and inform visitors about our research areas, projects, and activities.</a:t>
            </a:r>
            <a:r>
              <a:rPr lang="en-US" sz="1600">
                <a:solidFill>
                  <a:schemeClr val="dk1"/>
                </a:solidFill>
                <a:latin typeface="Arial"/>
                <a:ea typeface="Arial"/>
                <a:cs typeface="Arial"/>
                <a:sym typeface="Arial"/>
              </a:rPr>
              <a:t> </a:t>
            </a:r>
            <a:endParaRPr sz="1600">
              <a:solidFill>
                <a:schemeClr val="dk1"/>
              </a:solidFill>
              <a:latin typeface="Arial"/>
              <a:ea typeface="Arial"/>
              <a:cs typeface="Arial"/>
              <a:sym typeface="Arial"/>
            </a:endParaRPr>
          </a:p>
        </p:txBody>
      </p:sp>
      <p:pic>
        <p:nvPicPr>
          <p:cNvPr id="125" name="Google Shape;125;p16">
            <a:hlinkClick r:id="rId3"/>
          </p:cNvPr>
          <p:cNvPicPr preferRelativeResize="0"/>
          <p:nvPr/>
        </p:nvPicPr>
        <p:blipFill>
          <a:blip r:embed="rId4">
            <a:alphaModFix/>
          </a:blip>
          <a:stretch>
            <a:fillRect/>
          </a:stretch>
        </p:blipFill>
        <p:spPr>
          <a:xfrm>
            <a:off x="1928075" y="1197277"/>
            <a:ext cx="4881650" cy="44634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7"/>
          <p:cNvSpPr/>
          <p:nvPr/>
        </p:nvSpPr>
        <p:spPr>
          <a:xfrm>
            <a:off x="230107" y="745471"/>
            <a:ext cx="8277470" cy="707886"/>
          </a:xfrm>
          <a:prstGeom prst="rect">
            <a:avLst/>
          </a:prstGeom>
          <a:noFill/>
          <a:ln>
            <a:noFill/>
          </a:ln>
        </p:spPr>
        <p:txBody>
          <a:bodyPr anchorCtr="0" anchor="t" bIns="45700" lIns="91425" spcFirstLastPara="1" rIns="91425" wrap="square" tIns="45700">
            <a:noAutofit/>
          </a:bodyPr>
          <a:lstStyle/>
          <a:p>
            <a:pPr indent="9525" lvl="0" marL="0" marR="85725" rtl="0" algn="ctr">
              <a:spcBef>
                <a:spcPts val="0"/>
              </a:spcBef>
              <a:spcAft>
                <a:spcPts val="0"/>
              </a:spcAft>
              <a:buNone/>
            </a:pPr>
            <a:r>
              <a:rPr b="1" i="0" lang="en-US" sz="2000" u="none" strike="noStrike">
                <a:solidFill>
                  <a:srgbClr val="000000"/>
                </a:solidFill>
                <a:latin typeface="Arial"/>
                <a:ea typeface="Arial"/>
                <a:cs typeface="Arial"/>
                <a:sym typeface="Arial"/>
              </a:rPr>
              <a:t>Adaptive Filter for Improving CNN Fingerprint Recognition </a:t>
            </a:r>
            <a:endParaRPr/>
          </a:p>
          <a:p>
            <a:pPr indent="9525" lvl="0" marL="0" marR="85725" rtl="0" algn="ctr">
              <a:spcBef>
                <a:spcPts val="0"/>
              </a:spcBef>
              <a:spcAft>
                <a:spcPts val="0"/>
              </a:spcAft>
              <a:buNone/>
            </a:pPr>
            <a:r>
              <a:rPr i="0" lang="en-US" sz="2000" u="none" strike="noStrike">
                <a:solidFill>
                  <a:srgbClr val="000000"/>
                </a:solidFill>
                <a:latin typeface="Arial"/>
                <a:ea typeface="Arial"/>
                <a:cs typeface="Arial"/>
                <a:sym typeface="Arial"/>
              </a:rPr>
              <a:t>(Deep Learning Course)</a:t>
            </a:r>
            <a:endParaRPr b="1" sz="2000">
              <a:solidFill>
                <a:schemeClr val="dk1"/>
              </a:solidFill>
              <a:latin typeface="Arial"/>
              <a:ea typeface="Arial"/>
              <a:cs typeface="Arial"/>
              <a:sym typeface="Arial"/>
            </a:endParaRPr>
          </a:p>
        </p:txBody>
      </p:sp>
      <p:pic>
        <p:nvPicPr>
          <p:cNvPr id="132" name="Google Shape;132;p17"/>
          <p:cNvPicPr preferRelativeResize="0"/>
          <p:nvPr/>
        </p:nvPicPr>
        <p:blipFill rotWithShape="1">
          <a:blip r:embed="rId3">
            <a:alphaModFix/>
          </a:blip>
          <a:srcRect b="0" l="0" r="0" t="0"/>
          <a:stretch/>
        </p:blipFill>
        <p:spPr>
          <a:xfrm>
            <a:off x="5799275" y="1824503"/>
            <a:ext cx="1247280" cy="1335562"/>
          </a:xfrm>
          <a:prstGeom prst="rect">
            <a:avLst/>
          </a:prstGeom>
          <a:noFill/>
          <a:ln>
            <a:noFill/>
          </a:ln>
        </p:spPr>
      </p:pic>
      <p:sp>
        <p:nvSpPr>
          <p:cNvPr id="133" name="Google Shape;133;p17"/>
          <p:cNvSpPr txBox="1"/>
          <p:nvPr/>
        </p:nvSpPr>
        <p:spPr>
          <a:xfrm>
            <a:off x="5344360" y="1476358"/>
            <a:ext cx="279005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strike="noStrike">
                <a:solidFill>
                  <a:srgbClr val="0070C0"/>
                </a:solidFill>
                <a:latin typeface="Arial"/>
                <a:ea typeface="Arial"/>
                <a:cs typeface="Arial"/>
                <a:sym typeface="Arial"/>
              </a:rPr>
              <a:t>Gaussian noise (0.5^2)</a:t>
            </a:r>
            <a:endParaRPr b="0" sz="1600">
              <a:solidFill>
                <a:srgbClr val="0070C0"/>
              </a:solidFill>
              <a:latin typeface="Corbel"/>
              <a:ea typeface="Corbel"/>
              <a:cs typeface="Corbel"/>
              <a:sym typeface="Corbel"/>
            </a:endParaRPr>
          </a:p>
          <a:p>
            <a:pPr indent="0" lvl="0" marL="0" marR="0" rtl="0" algn="l">
              <a:spcBef>
                <a:spcPts val="0"/>
              </a:spcBef>
              <a:spcAft>
                <a:spcPts val="0"/>
              </a:spcAft>
              <a:buNone/>
            </a:pPr>
            <a:br>
              <a:rPr lang="en-US" sz="1600">
                <a:solidFill>
                  <a:srgbClr val="0070C0"/>
                </a:solidFill>
                <a:latin typeface="Corbel"/>
                <a:ea typeface="Corbel"/>
                <a:cs typeface="Corbel"/>
                <a:sym typeface="Corbel"/>
              </a:rPr>
            </a:br>
            <a:endParaRPr sz="1600">
              <a:solidFill>
                <a:srgbClr val="0070C0"/>
              </a:solidFill>
              <a:latin typeface="Corbel"/>
              <a:ea typeface="Corbel"/>
              <a:cs typeface="Corbel"/>
              <a:sym typeface="Corbel"/>
            </a:endParaRPr>
          </a:p>
        </p:txBody>
      </p:sp>
      <p:sp>
        <p:nvSpPr>
          <p:cNvPr id="134" name="Google Shape;134;p17"/>
          <p:cNvSpPr txBox="1"/>
          <p:nvPr/>
        </p:nvSpPr>
        <p:spPr>
          <a:xfrm>
            <a:off x="3979953" y="3183066"/>
            <a:ext cx="4032448" cy="77457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strike="noStrike">
                <a:solidFill>
                  <a:srgbClr val="666666"/>
                </a:solidFill>
                <a:latin typeface="Arial"/>
                <a:ea typeface="Arial"/>
                <a:cs typeface="Arial"/>
                <a:sym typeface="Arial"/>
              </a:rPr>
              <a:t>                Adaptive </a:t>
            </a:r>
            <a:r>
              <a:rPr lang="en-US" sz="1200">
                <a:solidFill>
                  <a:srgbClr val="666666"/>
                </a:solidFill>
              </a:rPr>
              <a:t>Median</a:t>
            </a:r>
            <a:r>
              <a:rPr b="0" i="0" lang="en-US" sz="1200" u="none" strike="noStrike">
                <a:solidFill>
                  <a:srgbClr val="666666"/>
                </a:solidFill>
                <a:latin typeface="Arial"/>
                <a:ea typeface="Arial"/>
                <a:cs typeface="Arial"/>
                <a:sym typeface="Arial"/>
              </a:rPr>
              <a:t> Filter   |     Without Filter</a:t>
            </a:r>
            <a:endParaRPr/>
          </a:p>
          <a:p>
            <a:pPr indent="0" lvl="0" marL="0" marR="0" rtl="0" algn="l">
              <a:spcBef>
                <a:spcPts val="500"/>
              </a:spcBef>
              <a:spcAft>
                <a:spcPts val="0"/>
              </a:spcAft>
              <a:buNone/>
            </a:pPr>
            <a:r>
              <a:rPr b="0" i="0" lang="en-US" sz="1200" u="none" strike="noStrike">
                <a:solidFill>
                  <a:srgbClr val="666666"/>
                </a:solidFill>
                <a:latin typeface="Arial"/>
                <a:ea typeface="Arial"/>
                <a:cs typeface="Arial"/>
                <a:sym typeface="Arial"/>
              </a:rPr>
              <a:t>                               74.2%              |             40.5%</a:t>
            </a:r>
            <a:endParaRPr/>
          </a:p>
          <a:p>
            <a:pPr indent="0" lvl="0" marL="0" marR="0" rtl="0" algn="l">
              <a:spcBef>
                <a:spcPts val="500"/>
              </a:spcBef>
              <a:spcAft>
                <a:spcPts val="0"/>
              </a:spcAft>
              <a:buNone/>
            </a:pPr>
            <a:r>
              <a:rPr lang="en-US" sz="1200">
                <a:solidFill>
                  <a:srgbClr val="666666"/>
                </a:solidFill>
                <a:latin typeface="Arial"/>
                <a:ea typeface="Arial"/>
                <a:cs typeface="Arial"/>
                <a:sym typeface="Arial"/>
              </a:rPr>
              <a:t>                                           (Improved 83%)</a:t>
            </a:r>
            <a:endParaRPr b="0" sz="1200">
              <a:solidFill>
                <a:schemeClr val="dk1"/>
              </a:solidFill>
              <a:latin typeface="Corbel"/>
              <a:ea typeface="Corbel"/>
              <a:cs typeface="Corbel"/>
              <a:sym typeface="Corbel"/>
            </a:endParaRPr>
          </a:p>
        </p:txBody>
      </p:sp>
      <p:cxnSp>
        <p:nvCxnSpPr>
          <p:cNvPr id="135" name="Google Shape;135;p17"/>
          <p:cNvCxnSpPr/>
          <p:nvPr/>
        </p:nvCxnSpPr>
        <p:spPr>
          <a:xfrm>
            <a:off x="361883" y="745471"/>
            <a:ext cx="3379673" cy="0"/>
          </a:xfrm>
          <a:prstGeom prst="straightConnector1">
            <a:avLst/>
          </a:prstGeom>
          <a:noFill/>
          <a:ln cap="flat" cmpd="sng" w="9525">
            <a:solidFill>
              <a:schemeClr val="accent1"/>
            </a:solidFill>
            <a:prstDash val="solid"/>
            <a:round/>
            <a:headEnd len="sm" w="sm" type="none"/>
            <a:tailEnd len="sm" w="sm" type="none"/>
          </a:ln>
        </p:spPr>
      </p:cxnSp>
      <p:sp>
        <p:nvSpPr>
          <p:cNvPr id="136" name="Google Shape;136;p17"/>
          <p:cNvSpPr/>
          <p:nvPr/>
        </p:nvSpPr>
        <p:spPr>
          <a:xfrm>
            <a:off x="298468" y="306559"/>
            <a:ext cx="3379673"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orbel"/>
                <a:ea typeface="Corbel"/>
                <a:cs typeface="Corbel"/>
                <a:sym typeface="Corbel"/>
              </a:rPr>
              <a:t>Projects</a:t>
            </a:r>
            <a:endParaRPr sz="2400">
              <a:solidFill>
                <a:schemeClr val="dk1"/>
              </a:solidFill>
              <a:latin typeface="Corbel"/>
              <a:ea typeface="Corbel"/>
              <a:cs typeface="Corbel"/>
              <a:sym typeface="Corbel"/>
            </a:endParaRPr>
          </a:p>
        </p:txBody>
      </p:sp>
      <p:pic>
        <p:nvPicPr>
          <p:cNvPr id="137" name="Google Shape;137;p17"/>
          <p:cNvPicPr preferRelativeResize="0"/>
          <p:nvPr/>
        </p:nvPicPr>
        <p:blipFill rotWithShape="1">
          <a:blip r:embed="rId4">
            <a:alphaModFix/>
          </a:blip>
          <a:srcRect b="0" l="0" r="0" t="0"/>
          <a:stretch/>
        </p:blipFill>
        <p:spPr>
          <a:xfrm>
            <a:off x="2518414" y="1772508"/>
            <a:ext cx="1281228" cy="1381566"/>
          </a:xfrm>
          <a:prstGeom prst="rect">
            <a:avLst/>
          </a:prstGeom>
          <a:noFill/>
          <a:ln>
            <a:noFill/>
          </a:ln>
        </p:spPr>
      </p:pic>
      <p:sp>
        <p:nvSpPr>
          <p:cNvPr id="138" name="Google Shape;138;p17"/>
          <p:cNvSpPr txBox="1"/>
          <p:nvPr/>
        </p:nvSpPr>
        <p:spPr>
          <a:xfrm>
            <a:off x="2424042" y="1450355"/>
            <a:ext cx="1781841"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strike="noStrike">
                <a:solidFill>
                  <a:srgbClr val="0070C0"/>
                </a:solidFill>
                <a:latin typeface="Arial"/>
                <a:ea typeface="Arial"/>
                <a:cs typeface="Arial"/>
                <a:sym typeface="Arial"/>
              </a:rPr>
              <a:t>Original Image</a:t>
            </a:r>
            <a:endParaRPr b="0" sz="1600">
              <a:solidFill>
                <a:srgbClr val="0070C0"/>
              </a:solidFill>
              <a:latin typeface="Corbel"/>
              <a:ea typeface="Corbel"/>
              <a:cs typeface="Corbel"/>
              <a:sym typeface="Corbel"/>
            </a:endParaRPr>
          </a:p>
          <a:p>
            <a:pPr indent="0" lvl="0" marL="0" marR="0" rtl="0" algn="l">
              <a:spcBef>
                <a:spcPts val="0"/>
              </a:spcBef>
              <a:spcAft>
                <a:spcPts val="0"/>
              </a:spcAft>
              <a:buNone/>
            </a:pPr>
            <a:br>
              <a:rPr lang="en-US" sz="1600">
                <a:solidFill>
                  <a:srgbClr val="0070C0"/>
                </a:solidFill>
                <a:latin typeface="Corbel"/>
                <a:ea typeface="Corbel"/>
                <a:cs typeface="Corbel"/>
                <a:sym typeface="Corbel"/>
              </a:rPr>
            </a:br>
            <a:endParaRPr sz="1600">
              <a:solidFill>
                <a:srgbClr val="0070C0"/>
              </a:solidFill>
              <a:latin typeface="Corbel"/>
              <a:ea typeface="Corbel"/>
              <a:cs typeface="Corbel"/>
              <a:sym typeface="Corbel"/>
            </a:endParaRPr>
          </a:p>
        </p:txBody>
      </p:sp>
      <p:sp>
        <p:nvSpPr>
          <p:cNvPr id="139" name="Google Shape;139;p17"/>
          <p:cNvSpPr txBox="1"/>
          <p:nvPr/>
        </p:nvSpPr>
        <p:spPr>
          <a:xfrm>
            <a:off x="651415" y="3183067"/>
            <a:ext cx="4032448" cy="77457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strike="noStrike">
                <a:solidFill>
                  <a:srgbClr val="666666"/>
                </a:solidFill>
                <a:latin typeface="Arial"/>
                <a:ea typeface="Arial"/>
                <a:cs typeface="Arial"/>
                <a:sym typeface="Arial"/>
              </a:rPr>
              <a:t>                Adaptive </a:t>
            </a:r>
            <a:r>
              <a:rPr lang="en-US" sz="1200">
                <a:solidFill>
                  <a:srgbClr val="666666"/>
                </a:solidFill>
              </a:rPr>
              <a:t>Median</a:t>
            </a:r>
            <a:r>
              <a:rPr b="0" i="0" lang="en-US" sz="1200" u="none" strike="noStrike">
                <a:solidFill>
                  <a:srgbClr val="666666"/>
                </a:solidFill>
                <a:latin typeface="Arial"/>
                <a:ea typeface="Arial"/>
                <a:cs typeface="Arial"/>
                <a:sym typeface="Arial"/>
              </a:rPr>
              <a:t> Filter   |     Without Filter</a:t>
            </a:r>
            <a:endParaRPr/>
          </a:p>
          <a:p>
            <a:pPr indent="0" lvl="0" marL="0" marR="0" rtl="0" algn="l">
              <a:spcBef>
                <a:spcPts val="500"/>
              </a:spcBef>
              <a:spcAft>
                <a:spcPts val="0"/>
              </a:spcAft>
              <a:buNone/>
            </a:pPr>
            <a:r>
              <a:rPr b="0" i="0" lang="en-US" sz="1200" u="none" strike="noStrike">
                <a:solidFill>
                  <a:srgbClr val="666666"/>
                </a:solidFill>
                <a:latin typeface="Arial"/>
                <a:ea typeface="Arial"/>
                <a:cs typeface="Arial"/>
                <a:sym typeface="Arial"/>
              </a:rPr>
              <a:t>accuracy:                97.5%              |            97.8%</a:t>
            </a:r>
            <a:endParaRPr/>
          </a:p>
          <a:p>
            <a:pPr indent="0" lvl="0" marL="0" marR="0" rtl="0" algn="l">
              <a:spcBef>
                <a:spcPts val="500"/>
              </a:spcBef>
              <a:spcAft>
                <a:spcPts val="0"/>
              </a:spcAft>
              <a:buNone/>
            </a:pPr>
            <a:r>
              <a:rPr lang="en-US" sz="1200">
                <a:solidFill>
                  <a:srgbClr val="666666"/>
                </a:solidFill>
                <a:latin typeface="Arial"/>
                <a:ea typeface="Arial"/>
                <a:cs typeface="Arial"/>
                <a:sym typeface="Arial"/>
              </a:rPr>
              <a:t>                                          (About the same)</a:t>
            </a:r>
            <a:endParaRPr b="0" sz="1200">
              <a:solidFill>
                <a:schemeClr val="dk1"/>
              </a:solidFill>
              <a:latin typeface="Corbel"/>
              <a:ea typeface="Corbel"/>
              <a:cs typeface="Corbel"/>
              <a:sym typeface="Corbel"/>
            </a:endParaRPr>
          </a:p>
        </p:txBody>
      </p:sp>
      <p:sp>
        <p:nvSpPr>
          <p:cNvPr id="140" name="Google Shape;140;p17"/>
          <p:cNvSpPr txBox="1"/>
          <p:nvPr/>
        </p:nvSpPr>
        <p:spPr>
          <a:xfrm>
            <a:off x="442681" y="3888591"/>
            <a:ext cx="8064900" cy="28875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en-US" sz="1600">
                <a:solidFill>
                  <a:srgbClr val="0070C0"/>
                </a:solidFill>
                <a:latin typeface="Arial"/>
                <a:ea typeface="Arial"/>
                <a:cs typeface="Arial"/>
                <a:sym typeface="Arial"/>
              </a:rPr>
              <a:t>Motivation:</a:t>
            </a:r>
            <a:endParaRPr/>
          </a:p>
          <a:p>
            <a:pPr indent="-171450" lvl="0" marL="171450" marR="0" rtl="0" algn="l">
              <a:lnSpc>
                <a:spcPct val="115000"/>
              </a:lnSpc>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Address the challenge of noisy and inconsistent data that often affects the performance of deep learning models. </a:t>
            </a:r>
            <a:endParaRPr/>
          </a:p>
          <a:p>
            <a:pPr indent="0" lvl="0" marL="0" marR="0" rtl="0" algn="l">
              <a:lnSpc>
                <a:spcPct val="115000"/>
              </a:lnSpc>
              <a:spcBef>
                <a:spcPts val="0"/>
              </a:spcBef>
              <a:spcAft>
                <a:spcPts val="0"/>
              </a:spcAft>
              <a:buNone/>
            </a:pPr>
            <a:r>
              <a:rPr b="1" lang="en-US" sz="1600">
                <a:solidFill>
                  <a:srgbClr val="0070C0"/>
                </a:solidFill>
                <a:latin typeface="Arial"/>
                <a:ea typeface="Arial"/>
                <a:cs typeface="Arial"/>
                <a:sym typeface="Arial"/>
              </a:rPr>
              <a:t>Development Process:</a:t>
            </a:r>
            <a:endParaRPr/>
          </a:p>
          <a:p>
            <a:pPr indent="-171450" lvl="0" marL="171450" marR="0" rtl="0" algn="l">
              <a:lnSpc>
                <a:spcPct val="115000"/>
              </a:lnSpc>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Implementing the adaptive median filter algorithm in Python that dynamically adjusts its filtering window size based on the local noise level in the image for effectively preserve edge details while effectively reducing noise.</a:t>
            </a:r>
            <a:endParaRPr/>
          </a:p>
          <a:p>
            <a:pPr indent="-171450" lvl="0" marL="171450" marR="0" rtl="0" algn="l">
              <a:lnSpc>
                <a:spcPct val="115000"/>
              </a:lnSpc>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Integrated it into a CNN architecture using the Tensorflow API.</a:t>
            </a:r>
            <a:endParaRPr/>
          </a:p>
          <a:p>
            <a:pPr indent="0" lvl="0" marL="0" marR="0" rtl="0" algn="l">
              <a:lnSpc>
                <a:spcPct val="115000"/>
              </a:lnSpc>
              <a:spcBef>
                <a:spcPts val="0"/>
              </a:spcBef>
              <a:spcAft>
                <a:spcPts val="0"/>
              </a:spcAft>
              <a:buNone/>
            </a:pPr>
            <a:r>
              <a:rPr b="1" lang="en-US" sz="1600">
                <a:solidFill>
                  <a:srgbClr val="0070C0"/>
                </a:solidFill>
                <a:latin typeface="Arial"/>
                <a:ea typeface="Arial"/>
                <a:cs typeface="Arial"/>
                <a:sym typeface="Arial"/>
              </a:rPr>
              <a:t>Result:</a:t>
            </a:r>
            <a:endParaRPr/>
          </a:p>
          <a:p>
            <a:pPr indent="-171450" lvl="0" marL="171450" marR="0" rtl="0" algn="l">
              <a:lnSpc>
                <a:spcPct val="115000"/>
              </a:lnSpc>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The result shows an improvement of 83% in accuracy.</a:t>
            </a:r>
            <a:endParaRPr sz="160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8"/>
          <p:cNvSpPr/>
          <p:nvPr/>
        </p:nvSpPr>
        <p:spPr>
          <a:xfrm>
            <a:off x="230107" y="745471"/>
            <a:ext cx="8277470" cy="707886"/>
          </a:xfrm>
          <a:prstGeom prst="rect">
            <a:avLst/>
          </a:prstGeom>
          <a:noFill/>
          <a:ln>
            <a:noFill/>
          </a:ln>
        </p:spPr>
        <p:txBody>
          <a:bodyPr anchorCtr="0" anchor="t" bIns="45700" lIns="91425" spcFirstLastPara="1" rIns="91425" wrap="square" tIns="45700">
            <a:noAutofit/>
          </a:bodyPr>
          <a:lstStyle/>
          <a:p>
            <a:pPr indent="9525" lvl="0" marL="0" marR="85725" rtl="0" algn="ctr">
              <a:spcBef>
                <a:spcPts val="0"/>
              </a:spcBef>
              <a:spcAft>
                <a:spcPts val="0"/>
              </a:spcAft>
              <a:buNone/>
            </a:pPr>
            <a:r>
              <a:rPr b="1" i="0" lang="en-US" sz="2000" u="none" strike="noStrike">
                <a:solidFill>
                  <a:srgbClr val="000000"/>
                </a:solidFill>
                <a:latin typeface="Arial"/>
                <a:ea typeface="Arial"/>
                <a:cs typeface="Arial"/>
                <a:sym typeface="Arial"/>
              </a:rPr>
              <a:t>Face Detection and Clustering </a:t>
            </a:r>
            <a:endParaRPr/>
          </a:p>
          <a:p>
            <a:pPr indent="9525" lvl="0" marL="0" marR="85725" rtl="0" algn="ctr">
              <a:spcBef>
                <a:spcPts val="0"/>
              </a:spcBef>
              <a:spcAft>
                <a:spcPts val="0"/>
              </a:spcAft>
              <a:buNone/>
            </a:pPr>
            <a:r>
              <a:rPr i="0" lang="en-US" sz="2000" u="none" strike="noStrike">
                <a:solidFill>
                  <a:srgbClr val="000000"/>
                </a:solidFill>
                <a:latin typeface="Arial"/>
                <a:ea typeface="Arial"/>
                <a:cs typeface="Arial"/>
                <a:sym typeface="Arial"/>
              </a:rPr>
              <a:t>(Computer Vision Course)</a:t>
            </a:r>
            <a:endParaRPr/>
          </a:p>
        </p:txBody>
      </p:sp>
      <p:cxnSp>
        <p:nvCxnSpPr>
          <p:cNvPr id="147" name="Google Shape;147;p18"/>
          <p:cNvCxnSpPr/>
          <p:nvPr/>
        </p:nvCxnSpPr>
        <p:spPr>
          <a:xfrm>
            <a:off x="361883" y="745471"/>
            <a:ext cx="3379673" cy="0"/>
          </a:xfrm>
          <a:prstGeom prst="straightConnector1">
            <a:avLst/>
          </a:prstGeom>
          <a:noFill/>
          <a:ln cap="flat" cmpd="sng" w="9525">
            <a:solidFill>
              <a:schemeClr val="accent1"/>
            </a:solidFill>
            <a:prstDash val="solid"/>
            <a:round/>
            <a:headEnd len="sm" w="sm" type="none"/>
            <a:tailEnd len="sm" w="sm" type="none"/>
          </a:ln>
        </p:spPr>
      </p:cxnSp>
      <p:sp>
        <p:nvSpPr>
          <p:cNvPr id="148" name="Google Shape;148;p18"/>
          <p:cNvSpPr/>
          <p:nvPr/>
        </p:nvSpPr>
        <p:spPr>
          <a:xfrm>
            <a:off x="298468" y="306559"/>
            <a:ext cx="3379673"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orbel"/>
                <a:ea typeface="Corbel"/>
                <a:cs typeface="Corbel"/>
                <a:sym typeface="Corbel"/>
              </a:rPr>
              <a:t>Projects</a:t>
            </a:r>
            <a:endParaRPr sz="2400">
              <a:solidFill>
                <a:schemeClr val="dk1"/>
              </a:solidFill>
              <a:latin typeface="Corbel"/>
              <a:ea typeface="Corbel"/>
              <a:cs typeface="Corbel"/>
              <a:sym typeface="Corbel"/>
            </a:endParaRPr>
          </a:p>
        </p:txBody>
      </p:sp>
      <p:sp>
        <p:nvSpPr>
          <p:cNvPr id="149" name="Google Shape;149;p18"/>
          <p:cNvSpPr txBox="1"/>
          <p:nvPr/>
        </p:nvSpPr>
        <p:spPr>
          <a:xfrm>
            <a:off x="327809" y="3940754"/>
            <a:ext cx="8277600" cy="28875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en-US" sz="1600">
                <a:solidFill>
                  <a:srgbClr val="0070C0"/>
                </a:solidFill>
                <a:latin typeface="Arial"/>
                <a:ea typeface="Arial"/>
                <a:cs typeface="Arial"/>
                <a:sym typeface="Arial"/>
              </a:rPr>
              <a:t>Objective:</a:t>
            </a:r>
            <a:endParaRPr sz="1600">
              <a:solidFill>
                <a:schemeClr val="dk1"/>
              </a:solidFill>
              <a:latin typeface="Arial"/>
              <a:ea typeface="Arial"/>
              <a:cs typeface="Arial"/>
              <a:sym typeface="Arial"/>
            </a:endParaRPr>
          </a:p>
          <a:p>
            <a:pPr indent="-171450" lvl="0" marL="171450" marR="0" rtl="0" algn="l">
              <a:lnSpc>
                <a:spcPct val="115000"/>
              </a:lnSpc>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The project aims to create an advanced face detection model, optimize clustering, and integrate them for accurate face grouping in images. </a:t>
            </a:r>
            <a:endParaRPr/>
          </a:p>
          <a:p>
            <a:pPr indent="0" lvl="0" marL="0" marR="0" rtl="0" algn="l">
              <a:lnSpc>
                <a:spcPct val="115000"/>
              </a:lnSpc>
              <a:spcBef>
                <a:spcPts val="0"/>
              </a:spcBef>
              <a:spcAft>
                <a:spcPts val="0"/>
              </a:spcAft>
              <a:buNone/>
            </a:pPr>
            <a:r>
              <a:rPr b="1" lang="en-US" sz="1600">
                <a:solidFill>
                  <a:srgbClr val="0070C0"/>
                </a:solidFill>
                <a:latin typeface="Arial"/>
                <a:ea typeface="Arial"/>
                <a:cs typeface="Arial"/>
                <a:sym typeface="Arial"/>
              </a:rPr>
              <a:t>Development Process:</a:t>
            </a:r>
            <a:endParaRPr/>
          </a:p>
          <a:p>
            <a:pPr indent="-171450" lvl="0" marL="171450" marR="0" rtl="0" algn="l">
              <a:lnSpc>
                <a:spcPct val="115000"/>
              </a:lnSpc>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The first part of this project involves detecting and extract face regions in each image using the OpenCV API and convert features into numerical feature vectors that can be used for clustering.</a:t>
            </a:r>
            <a:endParaRPr/>
          </a:p>
          <a:p>
            <a:pPr indent="-171450" lvl="0" marL="171450" marR="0" rtl="0" algn="l">
              <a:lnSpc>
                <a:spcPct val="115000"/>
              </a:lnSpc>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The second phase involves clustering the detected faces using the K-means algorithm.</a:t>
            </a:r>
            <a:endParaRPr/>
          </a:p>
          <a:p>
            <a:pPr indent="0" lvl="0" marL="0" marR="0" rtl="0" algn="l">
              <a:lnSpc>
                <a:spcPct val="115000"/>
              </a:lnSpc>
              <a:spcBef>
                <a:spcPts val="0"/>
              </a:spcBef>
              <a:spcAft>
                <a:spcPts val="0"/>
              </a:spcAft>
              <a:buNone/>
            </a:pPr>
            <a:r>
              <a:rPr b="1" lang="en-US" sz="1600">
                <a:solidFill>
                  <a:srgbClr val="0070C0"/>
                </a:solidFill>
                <a:latin typeface="Arial"/>
                <a:ea typeface="Arial"/>
                <a:cs typeface="Arial"/>
                <a:sym typeface="Arial"/>
              </a:rPr>
              <a:t>Result:</a:t>
            </a:r>
            <a:endParaRPr/>
          </a:p>
          <a:p>
            <a:pPr indent="-171450" lvl="0" marL="171450" marR="0" rtl="0" algn="l">
              <a:lnSpc>
                <a:spcPct val="115000"/>
              </a:lnSpc>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The program achieves accurate clustering with a 100% success rate.</a:t>
            </a:r>
            <a:endParaRPr/>
          </a:p>
        </p:txBody>
      </p:sp>
      <p:pic>
        <p:nvPicPr>
          <p:cNvPr id="150" name="Google Shape;150;p18"/>
          <p:cNvPicPr preferRelativeResize="0"/>
          <p:nvPr/>
        </p:nvPicPr>
        <p:blipFill rotWithShape="1">
          <a:blip r:embed="rId3">
            <a:alphaModFix/>
          </a:blip>
          <a:srcRect b="0" l="0" r="0" t="0"/>
          <a:stretch/>
        </p:blipFill>
        <p:spPr>
          <a:xfrm>
            <a:off x="5283440" y="1471831"/>
            <a:ext cx="3303890" cy="2493904"/>
          </a:xfrm>
          <a:prstGeom prst="rect">
            <a:avLst/>
          </a:prstGeom>
          <a:noFill/>
          <a:ln>
            <a:noFill/>
          </a:ln>
        </p:spPr>
      </p:pic>
      <p:pic>
        <p:nvPicPr>
          <p:cNvPr id="151" name="Google Shape;151;p18"/>
          <p:cNvPicPr preferRelativeResize="0"/>
          <p:nvPr/>
        </p:nvPicPr>
        <p:blipFill rotWithShape="1">
          <a:blip r:embed="rId4">
            <a:alphaModFix/>
          </a:blip>
          <a:srcRect b="0" l="0" r="0" t="0"/>
          <a:stretch/>
        </p:blipFill>
        <p:spPr>
          <a:xfrm>
            <a:off x="430652" y="1516703"/>
            <a:ext cx="4141348" cy="2347851"/>
          </a:xfrm>
          <a:prstGeom prst="rect">
            <a:avLst/>
          </a:prstGeom>
          <a:noFill/>
          <a:ln>
            <a:noFill/>
          </a:ln>
        </p:spPr>
      </p:pic>
      <p:sp>
        <p:nvSpPr>
          <p:cNvPr id="152" name="Google Shape;152;p18"/>
          <p:cNvSpPr/>
          <p:nvPr/>
        </p:nvSpPr>
        <p:spPr>
          <a:xfrm>
            <a:off x="4702697" y="2402597"/>
            <a:ext cx="576064" cy="576064"/>
          </a:xfrm>
          <a:prstGeom prst="rightArrow">
            <a:avLst>
              <a:gd fmla="val 50000" name="adj1"/>
              <a:gd fmla="val 50000" name="adj2"/>
            </a:avLst>
          </a:prstGeom>
          <a:solidFill>
            <a:schemeClr val="accent1"/>
          </a:solidFill>
          <a:ln cap="flat" cmpd="sng" w="10775">
            <a:solidFill>
              <a:srgbClr val="1B4E5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6" name="Shape 156"/>
        <p:cNvGrpSpPr/>
        <p:nvPr/>
      </p:nvGrpSpPr>
      <p:grpSpPr>
        <a:xfrm>
          <a:off x="0" y="0"/>
          <a:ext cx="0" cy="0"/>
          <a:chOff x="0" y="0"/>
          <a:chExt cx="0" cy="0"/>
        </a:xfrm>
      </p:grpSpPr>
      <p:pic>
        <p:nvPicPr>
          <p:cNvPr id="157" name="Google Shape;157;p19"/>
          <p:cNvPicPr preferRelativeResize="0"/>
          <p:nvPr/>
        </p:nvPicPr>
        <p:blipFill rotWithShape="1">
          <a:blip r:embed="rId3">
            <a:alphaModFix/>
          </a:blip>
          <a:srcRect b="0" l="25136" r="23931" t="0"/>
          <a:stretch/>
        </p:blipFill>
        <p:spPr>
          <a:xfrm>
            <a:off x="3239619" y="3195982"/>
            <a:ext cx="871595" cy="676134"/>
          </a:xfrm>
          <a:prstGeom prst="rect">
            <a:avLst/>
          </a:prstGeom>
          <a:noFill/>
          <a:ln>
            <a:noFill/>
          </a:ln>
        </p:spPr>
      </p:pic>
      <p:sp>
        <p:nvSpPr>
          <p:cNvPr id="158" name="Google Shape;158;p19"/>
          <p:cNvSpPr/>
          <p:nvPr/>
        </p:nvSpPr>
        <p:spPr>
          <a:xfrm>
            <a:off x="2146660" y="0"/>
            <a:ext cx="4850681" cy="796107"/>
          </a:xfrm>
          <a:prstGeom prst="rect">
            <a:avLst/>
          </a:prstGeom>
          <a:solidFill>
            <a:srgbClr val="A4D5E3"/>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8">
              <a:solidFill>
                <a:schemeClr val="dk1"/>
              </a:solidFill>
              <a:latin typeface="Corbel"/>
              <a:ea typeface="Corbel"/>
              <a:cs typeface="Corbel"/>
              <a:sym typeface="Corbel"/>
            </a:endParaRPr>
          </a:p>
        </p:txBody>
      </p:sp>
      <p:sp>
        <p:nvSpPr>
          <p:cNvPr id="159" name="Google Shape;159;p19"/>
          <p:cNvSpPr/>
          <p:nvPr/>
        </p:nvSpPr>
        <p:spPr>
          <a:xfrm>
            <a:off x="2929747" y="97380"/>
            <a:ext cx="3453857" cy="212091"/>
          </a:xfrm>
          <a:prstGeom prst="rect">
            <a:avLst/>
          </a:prstGeom>
          <a:noFill/>
          <a:ln>
            <a:noFill/>
          </a:ln>
        </p:spPr>
        <p:txBody>
          <a:bodyPr anchorCtr="0" anchor="ctr" bIns="7325" lIns="14650" spcFirstLastPara="1" rIns="14650" wrap="square" tIns="7325">
            <a:noAutofit/>
          </a:bodyPr>
          <a:lstStyle/>
          <a:p>
            <a:pPr indent="0" lvl="0" marL="0" marR="0" rtl="0" algn="l">
              <a:spcBef>
                <a:spcPts val="0"/>
              </a:spcBef>
              <a:spcAft>
                <a:spcPts val="0"/>
              </a:spcAft>
              <a:buNone/>
            </a:pPr>
            <a:r>
              <a:rPr b="1" lang="en-US" sz="1282">
                <a:solidFill>
                  <a:schemeClr val="dk1"/>
                </a:solidFill>
                <a:latin typeface="Times New Roman"/>
                <a:ea typeface="Times New Roman"/>
                <a:cs typeface="Times New Roman"/>
                <a:sym typeface="Times New Roman"/>
              </a:rPr>
              <a:t>Metal-Ligand Cooperation in Borenium Catalyst</a:t>
            </a:r>
            <a:endParaRPr sz="1538">
              <a:solidFill>
                <a:schemeClr val="dk1"/>
              </a:solidFill>
              <a:latin typeface="Corbel"/>
              <a:ea typeface="Corbel"/>
              <a:cs typeface="Corbel"/>
              <a:sym typeface="Corbel"/>
            </a:endParaRPr>
          </a:p>
        </p:txBody>
      </p:sp>
      <p:sp>
        <p:nvSpPr>
          <p:cNvPr id="160" name="Google Shape;160;p19"/>
          <p:cNvSpPr/>
          <p:nvPr/>
        </p:nvSpPr>
        <p:spPr>
          <a:xfrm>
            <a:off x="2242524" y="333151"/>
            <a:ext cx="4834657" cy="310643"/>
          </a:xfrm>
          <a:prstGeom prst="rect">
            <a:avLst/>
          </a:prstGeom>
          <a:noFill/>
          <a:ln>
            <a:noFill/>
          </a:ln>
        </p:spPr>
        <p:txBody>
          <a:bodyPr anchorCtr="0" anchor="ctr" bIns="7325" lIns="14650" spcFirstLastPara="1" rIns="14650" wrap="square" tIns="7325">
            <a:noAutofit/>
          </a:bodyPr>
          <a:lstStyle/>
          <a:p>
            <a:pPr indent="0" lvl="0" marL="0" marR="0" rtl="0" algn="ctr">
              <a:spcBef>
                <a:spcPts val="0"/>
              </a:spcBef>
              <a:spcAft>
                <a:spcPts val="0"/>
              </a:spcAft>
              <a:buNone/>
            </a:pPr>
            <a:r>
              <a:rPr lang="en-US" sz="641" u="sng">
                <a:solidFill>
                  <a:schemeClr val="dk1"/>
                </a:solidFill>
                <a:latin typeface="Times New Roman"/>
                <a:ea typeface="Times New Roman"/>
                <a:cs typeface="Times New Roman"/>
                <a:sym typeface="Times New Roman"/>
              </a:rPr>
              <a:t>Chia-Chen Chen</a:t>
            </a:r>
            <a:r>
              <a:rPr baseline="30000" lang="en-US" sz="641" u="sng">
                <a:solidFill>
                  <a:schemeClr val="dk1"/>
                </a:solidFill>
                <a:latin typeface="Times New Roman"/>
                <a:ea typeface="Times New Roman"/>
                <a:cs typeface="Times New Roman"/>
                <a:sym typeface="Times New Roman"/>
              </a:rPr>
              <a:t>a</a:t>
            </a:r>
            <a:r>
              <a:rPr lang="en-US" sz="641">
                <a:solidFill>
                  <a:schemeClr val="dk1"/>
                </a:solidFill>
                <a:latin typeface="Times New Roman"/>
                <a:ea typeface="Times New Roman"/>
                <a:cs typeface="Times New Roman"/>
                <a:sym typeface="Times New Roman"/>
              </a:rPr>
              <a:t>, Ching-Wen Chiu</a:t>
            </a:r>
            <a:r>
              <a:rPr baseline="30000" lang="en-US" sz="641">
                <a:solidFill>
                  <a:schemeClr val="dk1"/>
                </a:solidFill>
                <a:latin typeface="Times New Roman"/>
                <a:ea typeface="Times New Roman"/>
                <a:cs typeface="Times New Roman"/>
                <a:sym typeface="Times New Roman"/>
              </a:rPr>
              <a:t>a,*</a:t>
            </a:r>
            <a:endParaRPr sz="864">
              <a:solidFill>
                <a:schemeClr val="dk1"/>
              </a:solidFill>
              <a:latin typeface="Corbel"/>
              <a:ea typeface="Corbel"/>
              <a:cs typeface="Corbel"/>
              <a:sym typeface="Corbel"/>
            </a:endParaRPr>
          </a:p>
          <a:p>
            <a:pPr indent="0" lvl="0" marL="0" marR="0" rtl="0" algn="ctr">
              <a:spcBef>
                <a:spcPts val="0"/>
              </a:spcBef>
              <a:spcAft>
                <a:spcPts val="0"/>
              </a:spcAft>
              <a:buNone/>
            </a:pPr>
            <a:r>
              <a:rPr baseline="30000" i="1" lang="en-US" sz="641">
                <a:solidFill>
                  <a:schemeClr val="dk1"/>
                </a:solidFill>
                <a:latin typeface="Times New Roman"/>
                <a:ea typeface="Times New Roman"/>
                <a:cs typeface="Times New Roman"/>
                <a:sym typeface="Times New Roman"/>
              </a:rPr>
              <a:t>a</a:t>
            </a:r>
            <a:r>
              <a:rPr i="1" lang="en-US" sz="641">
                <a:solidFill>
                  <a:schemeClr val="dk1"/>
                </a:solidFill>
                <a:latin typeface="Times New Roman"/>
                <a:ea typeface="Times New Roman"/>
                <a:cs typeface="Times New Roman"/>
                <a:sym typeface="Times New Roman"/>
              </a:rPr>
              <a:t>Department of Chemistry, National Taiwan University, No.1, Sec. 4, Roosevelt Rd., Taipei, 10617 (Taiwan)</a:t>
            </a:r>
            <a:endParaRPr sz="864">
              <a:solidFill>
                <a:schemeClr val="dk1"/>
              </a:solidFill>
              <a:latin typeface="Corbel"/>
              <a:ea typeface="Corbel"/>
              <a:cs typeface="Corbel"/>
              <a:sym typeface="Corbel"/>
            </a:endParaRPr>
          </a:p>
          <a:p>
            <a:pPr indent="0" lvl="0" marL="0" marR="0" rtl="0" algn="ctr">
              <a:spcBef>
                <a:spcPts val="0"/>
              </a:spcBef>
              <a:spcAft>
                <a:spcPts val="0"/>
              </a:spcAft>
              <a:buNone/>
            </a:pPr>
            <a:r>
              <a:rPr i="1" lang="en-US" sz="641">
                <a:solidFill>
                  <a:schemeClr val="dk1"/>
                </a:solidFill>
                <a:latin typeface="Times New Roman"/>
                <a:ea typeface="Times New Roman"/>
                <a:cs typeface="Times New Roman"/>
                <a:sym typeface="Times New Roman"/>
              </a:rPr>
              <a:t>cwchiu@ntu.edu.tw</a:t>
            </a:r>
            <a:endParaRPr sz="864">
              <a:solidFill>
                <a:schemeClr val="dk1"/>
              </a:solidFill>
              <a:latin typeface="Arial"/>
              <a:ea typeface="Arial"/>
              <a:cs typeface="Arial"/>
              <a:sym typeface="Arial"/>
            </a:endParaRPr>
          </a:p>
        </p:txBody>
      </p:sp>
      <p:sp>
        <p:nvSpPr>
          <p:cNvPr id="161" name="Google Shape;161;p19"/>
          <p:cNvSpPr/>
          <p:nvPr/>
        </p:nvSpPr>
        <p:spPr>
          <a:xfrm>
            <a:off x="2146660" y="798198"/>
            <a:ext cx="903573" cy="126175"/>
          </a:xfrm>
          <a:prstGeom prst="rect">
            <a:avLst/>
          </a:prstGeom>
          <a:solidFill>
            <a:srgbClr val="2791A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960">
                <a:solidFill>
                  <a:schemeClr val="lt1"/>
                </a:solidFill>
                <a:latin typeface="Corbel"/>
                <a:ea typeface="Corbel"/>
                <a:cs typeface="Corbel"/>
                <a:sym typeface="Corbel"/>
              </a:rPr>
              <a:t>Abstract</a:t>
            </a:r>
            <a:endParaRPr sz="960">
              <a:solidFill>
                <a:schemeClr val="lt1"/>
              </a:solidFill>
              <a:latin typeface="Corbel"/>
              <a:ea typeface="Corbel"/>
              <a:cs typeface="Corbel"/>
              <a:sym typeface="Corbel"/>
            </a:endParaRPr>
          </a:p>
        </p:txBody>
      </p:sp>
      <p:sp>
        <p:nvSpPr>
          <p:cNvPr id="162" name="Google Shape;162;p19"/>
          <p:cNvSpPr/>
          <p:nvPr/>
        </p:nvSpPr>
        <p:spPr>
          <a:xfrm>
            <a:off x="2195240" y="1498298"/>
            <a:ext cx="4675511" cy="881267"/>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lang="en-US" sz="641">
                <a:solidFill>
                  <a:schemeClr val="dk1"/>
                </a:solidFill>
                <a:latin typeface="Times New Roman"/>
                <a:ea typeface="Times New Roman"/>
                <a:cs typeface="Times New Roman"/>
                <a:sym typeface="Times New Roman"/>
              </a:rPr>
              <a:t>         The combination of non-innocent ligand and transition metal has resulted in a lot of important breakthroughs in transition metal based catalysts. While some of the non-innocent ligands participate in electron transfer process, some are involved in activation of subtracts with metal center cooperatively. Although the strategy has led to great success in d-block metals, the incorporation of non-innocent ligand to main group complexes has less developed. In the past few years, tricoordinate boron cation, borenium cation has received a lot of attention because of its potential application in catalytic hydrosilylation and hydrogenation.</a:t>
            </a:r>
            <a:r>
              <a:rPr baseline="30000" lang="en-US" sz="641">
                <a:solidFill>
                  <a:schemeClr val="dk1"/>
                </a:solidFill>
                <a:latin typeface="Times New Roman"/>
                <a:ea typeface="Times New Roman"/>
                <a:cs typeface="Times New Roman"/>
                <a:sym typeface="Times New Roman"/>
              </a:rPr>
              <a:t>2,3</a:t>
            </a:r>
            <a:r>
              <a:rPr lang="en-US" sz="641">
                <a:solidFill>
                  <a:schemeClr val="dk1"/>
                </a:solidFill>
                <a:latin typeface="Times New Roman"/>
                <a:ea typeface="Times New Roman"/>
                <a:cs typeface="Times New Roman"/>
                <a:sym typeface="Times New Roman"/>
              </a:rPr>
              <a:t> Since the borenium cation is too reactive, most of the works use bulky ligands like 2,6-lutidine and sterically demanding NHCs, and bulky substituents like mesityl and cyclopentadienyl to protect the boron center kinetically. Here we present another way to prepare catalytically active borenium center by placing the boron center in an aromatic ring generated from non-innocent ligand. </a:t>
            </a:r>
            <a:endParaRPr/>
          </a:p>
        </p:txBody>
      </p:sp>
      <p:sp>
        <p:nvSpPr>
          <p:cNvPr id="163" name="Google Shape;163;p19"/>
          <p:cNvSpPr/>
          <p:nvPr/>
        </p:nvSpPr>
        <p:spPr>
          <a:xfrm>
            <a:off x="2146660" y="1342803"/>
            <a:ext cx="903573" cy="126175"/>
          </a:xfrm>
          <a:prstGeom prst="rect">
            <a:avLst/>
          </a:prstGeom>
          <a:solidFill>
            <a:srgbClr val="2791A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960">
                <a:solidFill>
                  <a:schemeClr val="lt1"/>
                </a:solidFill>
                <a:latin typeface="Corbel"/>
                <a:ea typeface="Corbel"/>
                <a:cs typeface="Corbel"/>
                <a:sym typeface="Corbel"/>
              </a:rPr>
              <a:t>Introduction</a:t>
            </a:r>
            <a:endParaRPr sz="960">
              <a:solidFill>
                <a:schemeClr val="lt1"/>
              </a:solidFill>
              <a:latin typeface="Corbel"/>
              <a:ea typeface="Corbel"/>
              <a:cs typeface="Corbel"/>
              <a:sym typeface="Corbel"/>
            </a:endParaRPr>
          </a:p>
        </p:txBody>
      </p:sp>
      <p:sp>
        <p:nvSpPr>
          <p:cNvPr id="164" name="Google Shape;164;p19"/>
          <p:cNvSpPr/>
          <p:nvPr/>
        </p:nvSpPr>
        <p:spPr>
          <a:xfrm>
            <a:off x="2142670" y="2319012"/>
            <a:ext cx="903573" cy="126175"/>
          </a:xfrm>
          <a:prstGeom prst="rect">
            <a:avLst/>
          </a:prstGeom>
          <a:solidFill>
            <a:srgbClr val="2791A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960">
                <a:solidFill>
                  <a:schemeClr val="lt1"/>
                </a:solidFill>
                <a:latin typeface="Corbel"/>
                <a:ea typeface="Corbel"/>
                <a:cs typeface="Corbel"/>
                <a:sym typeface="Corbel"/>
              </a:rPr>
              <a:t>Results</a:t>
            </a:r>
            <a:endParaRPr sz="960">
              <a:solidFill>
                <a:schemeClr val="lt1"/>
              </a:solidFill>
              <a:latin typeface="Corbel"/>
              <a:ea typeface="Corbel"/>
              <a:cs typeface="Corbel"/>
              <a:sym typeface="Corbel"/>
            </a:endParaRPr>
          </a:p>
        </p:txBody>
      </p:sp>
      <p:sp>
        <p:nvSpPr>
          <p:cNvPr id="165" name="Google Shape;165;p19"/>
          <p:cNvSpPr/>
          <p:nvPr/>
        </p:nvSpPr>
        <p:spPr>
          <a:xfrm>
            <a:off x="2144398" y="2457562"/>
            <a:ext cx="901845" cy="126175"/>
          </a:xfrm>
          <a:prstGeom prst="rect">
            <a:avLst/>
          </a:prstGeom>
          <a:solidFill>
            <a:srgbClr val="8BD5E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960">
                <a:solidFill>
                  <a:schemeClr val="dk1"/>
                </a:solidFill>
                <a:latin typeface="Corbel"/>
                <a:ea typeface="Corbel"/>
                <a:cs typeface="Corbel"/>
                <a:sym typeface="Corbel"/>
              </a:rPr>
              <a:t>Synthesis</a:t>
            </a:r>
            <a:endParaRPr sz="960">
              <a:solidFill>
                <a:schemeClr val="dk1"/>
              </a:solidFill>
              <a:latin typeface="Corbel"/>
              <a:ea typeface="Corbel"/>
              <a:cs typeface="Corbel"/>
              <a:sym typeface="Corbel"/>
            </a:endParaRPr>
          </a:p>
        </p:txBody>
      </p:sp>
      <p:sp>
        <p:nvSpPr>
          <p:cNvPr id="166" name="Google Shape;166;p19"/>
          <p:cNvSpPr/>
          <p:nvPr/>
        </p:nvSpPr>
        <p:spPr>
          <a:xfrm>
            <a:off x="2146648" y="6165625"/>
            <a:ext cx="1416900" cy="140400"/>
          </a:xfrm>
          <a:prstGeom prst="rect">
            <a:avLst/>
          </a:prstGeom>
          <a:solidFill>
            <a:srgbClr val="8BD5E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960">
                <a:solidFill>
                  <a:schemeClr val="dk1"/>
                </a:solidFill>
                <a:latin typeface="Corbel"/>
                <a:ea typeface="Corbel"/>
                <a:cs typeface="Corbel"/>
                <a:sym typeface="Corbel"/>
              </a:rPr>
              <a:t>Reactivity toward H</a:t>
            </a:r>
            <a:r>
              <a:rPr baseline="-25000" lang="en-US" sz="960">
                <a:solidFill>
                  <a:schemeClr val="dk1"/>
                </a:solidFill>
                <a:latin typeface="Corbel"/>
                <a:ea typeface="Corbel"/>
                <a:cs typeface="Corbel"/>
                <a:sym typeface="Corbel"/>
              </a:rPr>
              <a:t>2</a:t>
            </a:r>
            <a:endParaRPr/>
          </a:p>
        </p:txBody>
      </p:sp>
      <p:sp>
        <p:nvSpPr>
          <p:cNvPr id="167" name="Google Shape;167;p19"/>
          <p:cNvSpPr/>
          <p:nvPr/>
        </p:nvSpPr>
        <p:spPr>
          <a:xfrm>
            <a:off x="4504331" y="4903186"/>
            <a:ext cx="1069408" cy="109309"/>
          </a:xfrm>
          <a:prstGeom prst="rect">
            <a:avLst/>
          </a:prstGeom>
          <a:solidFill>
            <a:srgbClr val="2791A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960">
                <a:solidFill>
                  <a:schemeClr val="lt1"/>
                </a:solidFill>
                <a:latin typeface="Corbel"/>
                <a:ea typeface="Corbel"/>
                <a:cs typeface="Corbel"/>
                <a:sym typeface="Corbel"/>
              </a:rPr>
              <a:t>Conclusion</a:t>
            </a:r>
            <a:endParaRPr sz="960">
              <a:solidFill>
                <a:schemeClr val="lt1"/>
              </a:solidFill>
              <a:latin typeface="Corbel"/>
              <a:ea typeface="Corbel"/>
              <a:cs typeface="Corbel"/>
              <a:sym typeface="Corbel"/>
            </a:endParaRPr>
          </a:p>
        </p:txBody>
      </p:sp>
      <p:sp>
        <p:nvSpPr>
          <p:cNvPr id="168" name="Google Shape;168;p19"/>
          <p:cNvSpPr/>
          <p:nvPr/>
        </p:nvSpPr>
        <p:spPr>
          <a:xfrm>
            <a:off x="2146660" y="5430894"/>
            <a:ext cx="1610772" cy="126175"/>
          </a:xfrm>
          <a:prstGeom prst="rect">
            <a:avLst/>
          </a:prstGeom>
          <a:solidFill>
            <a:srgbClr val="8BD5E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960">
                <a:solidFill>
                  <a:schemeClr val="dk1"/>
                </a:solidFill>
                <a:latin typeface="Corbel"/>
                <a:ea typeface="Corbel"/>
                <a:cs typeface="Corbel"/>
                <a:sym typeface="Corbel"/>
              </a:rPr>
              <a:t>Reactivity toward Aldehyde</a:t>
            </a:r>
            <a:endParaRPr baseline="-25000" sz="960">
              <a:solidFill>
                <a:schemeClr val="dk1"/>
              </a:solidFill>
              <a:latin typeface="Corbel"/>
              <a:ea typeface="Corbel"/>
              <a:cs typeface="Corbel"/>
              <a:sym typeface="Corbel"/>
            </a:endParaRPr>
          </a:p>
        </p:txBody>
      </p:sp>
      <p:sp>
        <p:nvSpPr>
          <p:cNvPr id="169" name="Google Shape;169;p19"/>
          <p:cNvSpPr/>
          <p:nvPr/>
        </p:nvSpPr>
        <p:spPr>
          <a:xfrm>
            <a:off x="4504331" y="6175356"/>
            <a:ext cx="1069408" cy="107564"/>
          </a:xfrm>
          <a:prstGeom prst="rect">
            <a:avLst/>
          </a:prstGeom>
          <a:solidFill>
            <a:srgbClr val="2791A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960">
                <a:solidFill>
                  <a:schemeClr val="lt1"/>
                </a:solidFill>
                <a:latin typeface="Corbel"/>
                <a:ea typeface="Corbel"/>
                <a:cs typeface="Corbel"/>
                <a:sym typeface="Corbel"/>
              </a:rPr>
              <a:t>References</a:t>
            </a:r>
            <a:endParaRPr sz="960">
              <a:solidFill>
                <a:schemeClr val="lt1"/>
              </a:solidFill>
              <a:latin typeface="Corbel"/>
              <a:ea typeface="Corbel"/>
              <a:cs typeface="Corbel"/>
              <a:sym typeface="Corbel"/>
            </a:endParaRPr>
          </a:p>
        </p:txBody>
      </p:sp>
      <p:pic>
        <p:nvPicPr>
          <p:cNvPr id="170" name="Google Shape;170;p19"/>
          <p:cNvPicPr preferRelativeResize="0"/>
          <p:nvPr/>
        </p:nvPicPr>
        <p:blipFill rotWithShape="1">
          <a:blip r:embed="rId4">
            <a:alphaModFix/>
          </a:blip>
          <a:srcRect b="0" l="0" r="0" t="0"/>
          <a:stretch/>
        </p:blipFill>
        <p:spPr>
          <a:xfrm>
            <a:off x="2195240" y="82420"/>
            <a:ext cx="536308" cy="536308"/>
          </a:xfrm>
          <a:prstGeom prst="rect">
            <a:avLst/>
          </a:prstGeom>
          <a:noFill/>
          <a:ln>
            <a:noFill/>
          </a:ln>
        </p:spPr>
      </p:pic>
      <p:sp>
        <p:nvSpPr>
          <p:cNvPr id="171" name="Google Shape;171;p19"/>
          <p:cNvSpPr/>
          <p:nvPr/>
        </p:nvSpPr>
        <p:spPr>
          <a:xfrm>
            <a:off x="4504331" y="3775018"/>
            <a:ext cx="1964100" cy="150000"/>
          </a:xfrm>
          <a:prstGeom prst="rect">
            <a:avLst/>
          </a:prstGeom>
          <a:solidFill>
            <a:srgbClr val="8BD5E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960">
                <a:solidFill>
                  <a:schemeClr val="dk1"/>
                </a:solidFill>
                <a:latin typeface="Corbel"/>
                <a:ea typeface="Corbel"/>
                <a:cs typeface="Corbel"/>
                <a:sym typeface="Corbel"/>
              </a:rPr>
              <a:t>Amine-Borane dehydrogenation</a:t>
            </a:r>
            <a:endParaRPr/>
          </a:p>
        </p:txBody>
      </p:sp>
      <p:pic>
        <p:nvPicPr>
          <p:cNvPr id="172" name="Google Shape;172;p19"/>
          <p:cNvPicPr preferRelativeResize="0"/>
          <p:nvPr/>
        </p:nvPicPr>
        <p:blipFill rotWithShape="1">
          <a:blip r:embed="rId5">
            <a:alphaModFix/>
          </a:blip>
          <a:srcRect b="0" l="0" r="0" t="0"/>
          <a:stretch/>
        </p:blipFill>
        <p:spPr>
          <a:xfrm>
            <a:off x="2240005" y="2730177"/>
            <a:ext cx="1777642" cy="545069"/>
          </a:xfrm>
          <a:prstGeom prst="rect">
            <a:avLst/>
          </a:prstGeom>
          <a:noFill/>
          <a:ln>
            <a:noFill/>
          </a:ln>
        </p:spPr>
      </p:pic>
      <p:pic>
        <p:nvPicPr>
          <p:cNvPr id="173" name="Google Shape;173;p19"/>
          <p:cNvPicPr preferRelativeResize="0"/>
          <p:nvPr/>
        </p:nvPicPr>
        <p:blipFill rotWithShape="1">
          <a:blip r:embed="rId6">
            <a:alphaModFix/>
          </a:blip>
          <a:srcRect b="0" l="0" r="0" t="0"/>
          <a:stretch/>
        </p:blipFill>
        <p:spPr>
          <a:xfrm>
            <a:off x="4814013" y="3884001"/>
            <a:ext cx="1751444" cy="947703"/>
          </a:xfrm>
          <a:prstGeom prst="rect">
            <a:avLst/>
          </a:prstGeom>
          <a:noFill/>
          <a:ln>
            <a:noFill/>
          </a:ln>
        </p:spPr>
      </p:pic>
      <p:sp>
        <p:nvSpPr>
          <p:cNvPr id="174" name="Google Shape;174;p19"/>
          <p:cNvSpPr txBox="1"/>
          <p:nvPr/>
        </p:nvSpPr>
        <p:spPr>
          <a:xfrm>
            <a:off x="3563458" y="2638070"/>
            <a:ext cx="583148" cy="2501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aseline="30000" lang="en-US" sz="513">
                <a:solidFill>
                  <a:srgbClr val="A72326"/>
                </a:solidFill>
                <a:latin typeface="Corbel"/>
                <a:ea typeface="Corbel"/>
                <a:cs typeface="Corbel"/>
                <a:sym typeface="Corbel"/>
              </a:rPr>
              <a:t>11</a:t>
            </a:r>
            <a:r>
              <a:rPr lang="en-US" sz="513">
                <a:solidFill>
                  <a:srgbClr val="A72326"/>
                </a:solidFill>
                <a:latin typeface="Corbel"/>
                <a:ea typeface="Corbel"/>
                <a:cs typeface="Corbel"/>
                <a:sym typeface="Corbel"/>
              </a:rPr>
              <a:t>B NMR 15.9 ppm</a:t>
            </a:r>
            <a:endParaRPr baseline="30000" sz="513">
              <a:solidFill>
                <a:srgbClr val="A72326"/>
              </a:solidFill>
              <a:latin typeface="Corbel"/>
              <a:ea typeface="Corbel"/>
              <a:cs typeface="Corbel"/>
              <a:sym typeface="Corbel"/>
            </a:endParaRPr>
          </a:p>
        </p:txBody>
      </p:sp>
      <p:pic>
        <p:nvPicPr>
          <p:cNvPr id="175" name="Google Shape;175;p19"/>
          <p:cNvPicPr preferRelativeResize="0"/>
          <p:nvPr/>
        </p:nvPicPr>
        <p:blipFill rotWithShape="1">
          <a:blip r:embed="rId7">
            <a:alphaModFix/>
          </a:blip>
          <a:srcRect b="0" l="0" r="0" t="0"/>
          <a:stretch/>
        </p:blipFill>
        <p:spPr>
          <a:xfrm>
            <a:off x="2287314" y="6325852"/>
            <a:ext cx="1836905" cy="493691"/>
          </a:xfrm>
          <a:prstGeom prst="rect">
            <a:avLst/>
          </a:prstGeom>
          <a:noFill/>
          <a:ln>
            <a:noFill/>
          </a:ln>
        </p:spPr>
      </p:pic>
      <p:sp>
        <p:nvSpPr>
          <p:cNvPr id="176" name="Google Shape;176;p19"/>
          <p:cNvSpPr/>
          <p:nvPr/>
        </p:nvSpPr>
        <p:spPr>
          <a:xfrm>
            <a:off x="2195240" y="898732"/>
            <a:ext cx="4675500" cy="4869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lang="en-US" sz="641">
                <a:solidFill>
                  <a:schemeClr val="dk1"/>
                </a:solidFill>
                <a:latin typeface="Times New Roman"/>
                <a:ea typeface="Times New Roman"/>
                <a:cs typeface="Times New Roman"/>
                <a:sym typeface="Times New Roman"/>
              </a:rPr>
              <a:t>        The combination of boron and non-innocent ligand has been explored by Milstein in 2016.</a:t>
            </a:r>
            <a:r>
              <a:rPr baseline="30000" lang="en-US" sz="641">
                <a:solidFill>
                  <a:schemeClr val="dk1"/>
                </a:solidFill>
                <a:latin typeface="Times New Roman"/>
                <a:ea typeface="Times New Roman"/>
                <a:cs typeface="Times New Roman"/>
                <a:sym typeface="Times New Roman"/>
              </a:rPr>
              <a:t>1</a:t>
            </a:r>
            <a:r>
              <a:rPr lang="en-US" sz="641">
                <a:solidFill>
                  <a:schemeClr val="dk1"/>
                </a:solidFill>
                <a:latin typeface="Times New Roman"/>
                <a:ea typeface="Times New Roman"/>
                <a:cs typeface="Times New Roman"/>
                <a:sym typeface="Times New Roman"/>
              </a:rPr>
              <a:t> However, no catalytic reaction has been achieved with such boron-ligand cooperation interaction. In this work, we report a stable borenium cation featuring a non-innocent ligand that can cooperatively activate C=O double bond and amine-borane. The synthesis and reactivity of the borenium cation will be discussed.</a:t>
            </a:r>
            <a:endParaRPr sz="641">
              <a:solidFill>
                <a:schemeClr val="dk1"/>
              </a:solidFill>
              <a:latin typeface="Corbel"/>
              <a:ea typeface="Corbel"/>
              <a:cs typeface="Corbel"/>
              <a:sym typeface="Corbel"/>
            </a:endParaRPr>
          </a:p>
        </p:txBody>
      </p:sp>
      <p:pic>
        <p:nvPicPr>
          <p:cNvPr id="177" name="Google Shape;177;p19"/>
          <p:cNvPicPr preferRelativeResize="0"/>
          <p:nvPr/>
        </p:nvPicPr>
        <p:blipFill rotWithShape="1">
          <a:blip r:embed="rId8">
            <a:alphaModFix/>
          </a:blip>
          <a:srcRect b="0" l="28195" r="24335" t="0"/>
          <a:stretch/>
        </p:blipFill>
        <p:spPr>
          <a:xfrm>
            <a:off x="4504331" y="2635875"/>
            <a:ext cx="1008182" cy="893293"/>
          </a:xfrm>
          <a:prstGeom prst="rect">
            <a:avLst/>
          </a:prstGeom>
          <a:noFill/>
          <a:ln>
            <a:noFill/>
          </a:ln>
        </p:spPr>
      </p:pic>
      <p:sp>
        <p:nvSpPr>
          <p:cNvPr id="178" name="Google Shape;178;p19"/>
          <p:cNvSpPr/>
          <p:nvPr/>
        </p:nvSpPr>
        <p:spPr>
          <a:xfrm>
            <a:off x="4504331" y="2457562"/>
            <a:ext cx="1501832" cy="126175"/>
          </a:xfrm>
          <a:prstGeom prst="rect">
            <a:avLst/>
          </a:prstGeom>
          <a:solidFill>
            <a:srgbClr val="8BD5E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960">
                <a:solidFill>
                  <a:schemeClr val="dk1"/>
                </a:solidFill>
                <a:latin typeface="Corbel"/>
                <a:ea typeface="Corbel"/>
                <a:cs typeface="Corbel"/>
                <a:sym typeface="Corbel"/>
              </a:rPr>
              <a:t>Theoretical calculation </a:t>
            </a:r>
            <a:endParaRPr sz="960">
              <a:solidFill>
                <a:schemeClr val="dk1"/>
              </a:solidFill>
              <a:latin typeface="Corbel"/>
              <a:ea typeface="Corbel"/>
              <a:cs typeface="Corbel"/>
              <a:sym typeface="Corbel"/>
            </a:endParaRPr>
          </a:p>
        </p:txBody>
      </p:sp>
      <p:sp>
        <p:nvSpPr>
          <p:cNvPr id="179" name="Google Shape;179;p19"/>
          <p:cNvSpPr txBox="1"/>
          <p:nvPr/>
        </p:nvSpPr>
        <p:spPr>
          <a:xfrm>
            <a:off x="5110828" y="3572459"/>
            <a:ext cx="1149674" cy="1909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641">
                <a:solidFill>
                  <a:schemeClr val="dk1"/>
                </a:solidFill>
                <a:latin typeface="Times New Roman"/>
                <a:ea typeface="Times New Roman"/>
                <a:cs typeface="Times New Roman"/>
                <a:sym typeface="Times New Roman"/>
              </a:rPr>
              <a:t>Computed HOMO &amp; LUMO</a:t>
            </a:r>
            <a:endParaRPr sz="641">
              <a:solidFill>
                <a:schemeClr val="dk1"/>
              </a:solidFill>
              <a:latin typeface="Times New Roman"/>
              <a:ea typeface="Times New Roman"/>
              <a:cs typeface="Times New Roman"/>
              <a:sym typeface="Times New Roman"/>
            </a:endParaRPr>
          </a:p>
        </p:txBody>
      </p:sp>
      <p:sp>
        <p:nvSpPr>
          <p:cNvPr id="180" name="Google Shape;180;p19"/>
          <p:cNvSpPr txBox="1"/>
          <p:nvPr/>
        </p:nvSpPr>
        <p:spPr>
          <a:xfrm>
            <a:off x="2382180" y="4755100"/>
            <a:ext cx="184731" cy="22544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864">
              <a:solidFill>
                <a:schemeClr val="dk1"/>
              </a:solidFill>
              <a:latin typeface="Corbel"/>
              <a:ea typeface="Corbel"/>
              <a:cs typeface="Corbel"/>
              <a:sym typeface="Corbel"/>
            </a:endParaRPr>
          </a:p>
        </p:txBody>
      </p:sp>
      <p:sp>
        <p:nvSpPr>
          <p:cNvPr id="181" name="Google Shape;181;p19"/>
          <p:cNvSpPr txBox="1"/>
          <p:nvPr/>
        </p:nvSpPr>
        <p:spPr>
          <a:xfrm>
            <a:off x="2885577" y="2638070"/>
            <a:ext cx="583148" cy="2501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aseline="30000" lang="en-US" sz="513">
                <a:solidFill>
                  <a:srgbClr val="A72326"/>
                </a:solidFill>
                <a:latin typeface="Corbel"/>
                <a:ea typeface="Corbel"/>
                <a:cs typeface="Corbel"/>
                <a:sym typeface="Corbel"/>
              </a:rPr>
              <a:t>11</a:t>
            </a:r>
            <a:r>
              <a:rPr lang="en-US" sz="513">
                <a:solidFill>
                  <a:srgbClr val="A72326"/>
                </a:solidFill>
                <a:latin typeface="Corbel"/>
                <a:ea typeface="Corbel"/>
                <a:cs typeface="Corbel"/>
                <a:sym typeface="Corbel"/>
              </a:rPr>
              <a:t>B NMR 19.45 ppm</a:t>
            </a:r>
            <a:endParaRPr baseline="30000" sz="513">
              <a:solidFill>
                <a:srgbClr val="A72326"/>
              </a:solidFill>
              <a:latin typeface="Corbel"/>
              <a:ea typeface="Corbel"/>
              <a:cs typeface="Corbel"/>
              <a:sym typeface="Corbel"/>
            </a:endParaRPr>
          </a:p>
        </p:txBody>
      </p:sp>
      <p:sp>
        <p:nvSpPr>
          <p:cNvPr id="182" name="Google Shape;182;p19"/>
          <p:cNvSpPr txBox="1"/>
          <p:nvPr/>
        </p:nvSpPr>
        <p:spPr>
          <a:xfrm>
            <a:off x="2165442" y="2638070"/>
            <a:ext cx="583148" cy="2501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aseline="30000" lang="en-US" sz="513">
                <a:solidFill>
                  <a:srgbClr val="A72326"/>
                </a:solidFill>
                <a:latin typeface="Corbel"/>
                <a:ea typeface="Corbel"/>
                <a:cs typeface="Corbel"/>
                <a:sym typeface="Corbel"/>
              </a:rPr>
              <a:t>11</a:t>
            </a:r>
            <a:r>
              <a:rPr lang="en-US" sz="513">
                <a:solidFill>
                  <a:srgbClr val="A72326"/>
                </a:solidFill>
                <a:latin typeface="Corbel"/>
                <a:ea typeface="Corbel"/>
                <a:cs typeface="Corbel"/>
                <a:sym typeface="Corbel"/>
              </a:rPr>
              <a:t>B NMR 8.51 ppm</a:t>
            </a:r>
            <a:endParaRPr baseline="30000" sz="513">
              <a:solidFill>
                <a:srgbClr val="A72326"/>
              </a:solidFill>
              <a:latin typeface="Corbel"/>
              <a:ea typeface="Corbel"/>
              <a:cs typeface="Corbel"/>
              <a:sym typeface="Corbel"/>
            </a:endParaRPr>
          </a:p>
        </p:txBody>
      </p:sp>
      <p:sp>
        <p:nvSpPr>
          <p:cNvPr id="183" name="Google Shape;183;p19"/>
          <p:cNvSpPr txBox="1"/>
          <p:nvPr/>
        </p:nvSpPr>
        <p:spPr>
          <a:xfrm>
            <a:off x="5916047" y="4769871"/>
            <a:ext cx="677821" cy="2501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aseline="30000" lang="en-US" sz="513">
                <a:solidFill>
                  <a:srgbClr val="A72326"/>
                </a:solidFill>
                <a:latin typeface="Corbel"/>
                <a:ea typeface="Corbel"/>
                <a:cs typeface="Corbel"/>
                <a:sym typeface="Corbel"/>
              </a:rPr>
              <a:t>11</a:t>
            </a:r>
            <a:r>
              <a:rPr lang="en-US" sz="513">
                <a:solidFill>
                  <a:srgbClr val="A72326"/>
                </a:solidFill>
                <a:latin typeface="Corbel"/>
                <a:ea typeface="Corbel"/>
                <a:cs typeface="Corbel"/>
                <a:sym typeface="Corbel"/>
              </a:rPr>
              <a:t>B NMR -2.1(d) ppm</a:t>
            </a:r>
            <a:endParaRPr baseline="30000" sz="513">
              <a:solidFill>
                <a:srgbClr val="A72326"/>
              </a:solidFill>
              <a:latin typeface="Corbel"/>
              <a:ea typeface="Corbel"/>
              <a:cs typeface="Corbel"/>
              <a:sym typeface="Corbel"/>
            </a:endParaRPr>
          </a:p>
        </p:txBody>
      </p:sp>
      <p:sp>
        <p:nvSpPr>
          <p:cNvPr id="184" name="Google Shape;184;p19"/>
          <p:cNvSpPr txBox="1"/>
          <p:nvPr/>
        </p:nvSpPr>
        <p:spPr>
          <a:xfrm>
            <a:off x="3675417" y="6065091"/>
            <a:ext cx="583148" cy="2501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aseline="30000" lang="en-US" sz="513">
                <a:solidFill>
                  <a:srgbClr val="A72326"/>
                </a:solidFill>
                <a:latin typeface="Corbel"/>
                <a:ea typeface="Corbel"/>
                <a:cs typeface="Corbel"/>
                <a:sym typeface="Corbel"/>
              </a:rPr>
              <a:t>11</a:t>
            </a:r>
            <a:r>
              <a:rPr lang="en-US" sz="513">
                <a:solidFill>
                  <a:srgbClr val="A72326"/>
                </a:solidFill>
                <a:latin typeface="Corbel"/>
                <a:ea typeface="Corbel"/>
                <a:cs typeface="Corbel"/>
                <a:sym typeface="Corbel"/>
              </a:rPr>
              <a:t>B NMR 28.17 ppm</a:t>
            </a:r>
            <a:endParaRPr baseline="30000" sz="513">
              <a:solidFill>
                <a:srgbClr val="A72326"/>
              </a:solidFill>
              <a:latin typeface="Corbel"/>
              <a:ea typeface="Corbel"/>
              <a:cs typeface="Corbel"/>
              <a:sym typeface="Corbel"/>
            </a:endParaRPr>
          </a:p>
        </p:txBody>
      </p:sp>
      <p:sp>
        <p:nvSpPr>
          <p:cNvPr id="185" name="Google Shape;185;p19"/>
          <p:cNvSpPr/>
          <p:nvPr/>
        </p:nvSpPr>
        <p:spPr>
          <a:xfrm flipH="1" rot="10800000">
            <a:off x="2164792" y="3874413"/>
            <a:ext cx="1997756" cy="7325"/>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8">
              <a:solidFill>
                <a:schemeClr val="lt1"/>
              </a:solidFill>
              <a:latin typeface="Corbel"/>
              <a:ea typeface="Corbel"/>
              <a:cs typeface="Corbel"/>
              <a:sym typeface="Corbel"/>
            </a:endParaRPr>
          </a:p>
        </p:txBody>
      </p:sp>
      <p:sp>
        <p:nvSpPr>
          <p:cNvPr id="186" name="Google Shape;186;p19"/>
          <p:cNvSpPr txBox="1"/>
          <p:nvPr/>
        </p:nvSpPr>
        <p:spPr>
          <a:xfrm>
            <a:off x="3086954" y="6722025"/>
            <a:ext cx="908100" cy="171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aseline="30000" lang="en-US" sz="513">
                <a:solidFill>
                  <a:srgbClr val="A72326"/>
                </a:solidFill>
                <a:latin typeface="Corbel"/>
                <a:ea typeface="Corbel"/>
                <a:cs typeface="Corbel"/>
                <a:sym typeface="Corbel"/>
              </a:rPr>
              <a:t>11</a:t>
            </a:r>
            <a:r>
              <a:rPr lang="en-US" sz="513">
                <a:solidFill>
                  <a:srgbClr val="A72326"/>
                </a:solidFill>
                <a:latin typeface="Corbel"/>
                <a:ea typeface="Corbel"/>
                <a:cs typeface="Corbel"/>
                <a:sym typeface="Corbel"/>
              </a:rPr>
              <a:t>B NMR 1.54(d) ppm</a:t>
            </a:r>
            <a:endParaRPr baseline="30000" sz="513">
              <a:solidFill>
                <a:srgbClr val="A72326"/>
              </a:solidFill>
              <a:latin typeface="Corbel"/>
              <a:ea typeface="Corbel"/>
              <a:cs typeface="Corbel"/>
              <a:sym typeface="Corbel"/>
            </a:endParaRPr>
          </a:p>
        </p:txBody>
      </p:sp>
      <p:graphicFrame>
        <p:nvGraphicFramePr>
          <p:cNvPr id="187" name="Google Shape;187;p19"/>
          <p:cNvGraphicFramePr/>
          <p:nvPr/>
        </p:nvGraphicFramePr>
        <p:xfrm>
          <a:off x="2227495" y="3928115"/>
          <a:ext cx="3000000" cy="3000000"/>
        </p:xfrm>
        <a:graphic>
          <a:graphicData uri="http://schemas.openxmlformats.org/drawingml/2006/table">
            <a:tbl>
              <a:tblPr bandRow="1" firstRow="1">
                <a:noFill/>
                <a:tableStyleId>{D52805F1-FDCC-461D-B903-446EBAE806F2}</a:tableStyleId>
              </a:tblPr>
              <a:tblGrid>
                <a:gridCol w="608050"/>
                <a:gridCol w="608050"/>
                <a:gridCol w="608050"/>
              </a:tblGrid>
              <a:tr h="83025">
                <a:tc>
                  <a:txBody>
                    <a:bodyPr/>
                    <a:lstStyle/>
                    <a:p>
                      <a:pPr indent="0" lvl="0" marL="0" marR="0" rtl="0" algn="ctr">
                        <a:spcBef>
                          <a:spcPts val="0"/>
                        </a:spcBef>
                        <a:spcAft>
                          <a:spcPts val="0"/>
                        </a:spcAft>
                        <a:buNone/>
                      </a:pPr>
                      <a:r>
                        <a:rPr lang="en-US" sz="400" u="none" cap="none" strike="noStrike"/>
                        <a:t>Bond length(Å)</a:t>
                      </a:r>
                      <a:endParaRPr sz="400" u="none" cap="none" strike="noStrike"/>
                    </a:p>
                  </a:txBody>
                  <a:tcPr marT="7325" marB="7325" marR="14650" marL="14650"/>
                </a:tc>
                <a:tc>
                  <a:txBody>
                    <a:bodyPr/>
                    <a:lstStyle/>
                    <a:p>
                      <a:pPr indent="0" lvl="0" marL="0" marR="0" rtl="0" algn="ctr">
                        <a:spcBef>
                          <a:spcPts val="0"/>
                        </a:spcBef>
                        <a:spcAft>
                          <a:spcPts val="0"/>
                        </a:spcAft>
                        <a:buNone/>
                      </a:pPr>
                      <a:r>
                        <a:rPr lang="en-US" sz="400" u="none" cap="none" strike="noStrike"/>
                        <a:t>Boron</a:t>
                      </a:r>
                      <a:endParaRPr sz="400" u="none" cap="none" strike="noStrike"/>
                    </a:p>
                  </a:txBody>
                  <a:tcPr marT="7325" marB="7325" marR="14650" marL="14650"/>
                </a:tc>
                <a:tc>
                  <a:txBody>
                    <a:bodyPr/>
                    <a:lstStyle/>
                    <a:p>
                      <a:pPr indent="0" lvl="0" marL="0" marR="0" rtl="0" algn="ctr">
                        <a:spcBef>
                          <a:spcPts val="0"/>
                        </a:spcBef>
                        <a:spcAft>
                          <a:spcPts val="0"/>
                        </a:spcAft>
                        <a:buNone/>
                      </a:pPr>
                      <a:r>
                        <a:rPr lang="en-US" sz="400" u="none" cap="none" strike="noStrike"/>
                        <a:t>Borenium</a:t>
                      </a:r>
                      <a:endParaRPr sz="400" u="none" cap="none" strike="noStrike"/>
                    </a:p>
                  </a:txBody>
                  <a:tcPr marT="7325" marB="7325" marR="14650" marL="14650"/>
                </a:tc>
              </a:tr>
              <a:tr h="83025">
                <a:tc>
                  <a:txBody>
                    <a:bodyPr/>
                    <a:lstStyle/>
                    <a:p>
                      <a:pPr indent="0" lvl="0" marL="0" marR="0" rtl="0" algn="ctr">
                        <a:spcBef>
                          <a:spcPts val="0"/>
                        </a:spcBef>
                        <a:spcAft>
                          <a:spcPts val="0"/>
                        </a:spcAft>
                        <a:buNone/>
                      </a:pPr>
                      <a:r>
                        <a:rPr lang="en-US" sz="400" u="none" cap="none" strike="noStrike"/>
                        <a:t>N1-C1</a:t>
                      </a:r>
                      <a:endParaRPr sz="400" u="none" cap="none" strike="noStrike"/>
                    </a:p>
                  </a:txBody>
                  <a:tcPr marT="7325" marB="7325" marR="14650" marL="14650"/>
                </a:tc>
                <a:tc>
                  <a:txBody>
                    <a:bodyPr/>
                    <a:lstStyle/>
                    <a:p>
                      <a:pPr indent="0" lvl="0" marL="0" marR="0" rtl="0" algn="ctr">
                        <a:spcBef>
                          <a:spcPts val="0"/>
                        </a:spcBef>
                        <a:spcAft>
                          <a:spcPts val="0"/>
                        </a:spcAft>
                        <a:buNone/>
                      </a:pPr>
                      <a:r>
                        <a:rPr lang="en-US" sz="400" u="none" cap="none" strike="noStrike"/>
                        <a:t>1.35</a:t>
                      </a:r>
                      <a:endParaRPr sz="400" u="none" cap="none" strike="noStrike"/>
                    </a:p>
                  </a:txBody>
                  <a:tcPr marT="7325" marB="7325" marR="14650" marL="14650"/>
                </a:tc>
                <a:tc>
                  <a:txBody>
                    <a:bodyPr/>
                    <a:lstStyle/>
                    <a:p>
                      <a:pPr indent="0" lvl="0" marL="0" marR="0" rtl="0" algn="ctr">
                        <a:spcBef>
                          <a:spcPts val="0"/>
                        </a:spcBef>
                        <a:spcAft>
                          <a:spcPts val="0"/>
                        </a:spcAft>
                        <a:buNone/>
                      </a:pPr>
                      <a:r>
                        <a:rPr lang="en-US" sz="400" u="none" cap="none" strike="noStrike"/>
                        <a:t>1.40</a:t>
                      </a:r>
                      <a:endParaRPr sz="400" u="none" cap="none" strike="noStrike"/>
                    </a:p>
                  </a:txBody>
                  <a:tcPr marT="7325" marB="7325" marR="14650" marL="14650"/>
                </a:tc>
              </a:tr>
              <a:tr h="83025">
                <a:tc>
                  <a:txBody>
                    <a:bodyPr/>
                    <a:lstStyle/>
                    <a:p>
                      <a:pPr indent="0" lvl="0" marL="0" marR="0" rtl="0" algn="ctr">
                        <a:spcBef>
                          <a:spcPts val="0"/>
                        </a:spcBef>
                        <a:spcAft>
                          <a:spcPts val="0"/>
                        </a:spcAft>
                        <a:buNone/>
                      </a:pPr>
                      <a:r>
                        <a:rPr lang="en-US" sz="400" u="none" cap="none" strike="noStrike"/>
                        <a:t>C1-C2</a:t>
                      </a:r>
                      <a:endParaRPr/>
                    </a:p>
                  </a:txBody>
                  <a:tcPr marT="7325" marB="7325" marR="14650" marL="14650"/>
                </a:tc>
                <a:tc>
                  <a:txBody>
                    <a:bodyPr/>
                    <a:lstStyle/>
                    <a:p>
                      <a:pPr indent="0" lvl="0" marL="0" marR="0" rtl="0" algn="ctr">
                        <a:spcBef>
                          <a:spcPts val="0"/>
                        </a:spcBef>
                        <a:spcAft>
                          <a:spcPts val="0"/>
                        </a:spcAft>
                        <a:buNone/>
                      </a:pPr>
                      <a:r>
                        <a:rPr lang="en-US" sz="400" u="none" cap="none" strike="noStrike"/>
                        <a:t>1.36</a:t>
                      </a:r>
                      <a:endParaRPr sz="400" u="none" cap="none" strike="noStrike"/>
                    </a:p>
                  </a:txBody>
                  <a:tcPr marT="7325" marB="7325" marR="14650" marL="14650"/>
                </a:tc>
                <a:tc>
                  <a:txBody>
                    <a:bodyPr/>
                    <a:lstStyle/>
                    <a:p>
                      <a:pPr indent="0" lvl="0" marL="0" marR="0" rtl="0" algn="ctr">
                        <a:spcBef>
                          <a:spcPts val="0"/>
                        </a:spcBef>
                        <a:spcAft>
                          <a:spcPts val="0"/>
                        </a:spcAft>
                        <a:buNone/>
                      </a:pPr>
                      <a:r>
                        <a:rPr lang="en-US" sz="400" u="none" cap="none" strike="noStrike"/>
                        <a:t>1.35</a:t>
                      </a:r>
                      <a:endParaRPr sz="400" u="none" cap="none" strike="noStrike"/>
                    </a:p>
                  </a:txBody>
                  <a:tcPr marT="7325" marB="7325" marR="14650" marL="14650"/>
                </a:tc>
              </a:tr>
              <a:tr h="83025">
                <a:tc>
                  <a:txBody>
                    <a:bodyPr/>
                    <a:lstStyle/>
                    <a:p>
                      <a:pPr indent="0" lvl="0" marL="0" marR="0" rtl="0" algn="ctr">
                        <a:spcBef>
                          <a:spcPts val="0"/>
                        </a:spcBef>
                        <a:spcAft>
                          <a:spcPts val="0"/>
                        </a:spcAft>
                        <a:buNone/>
                      </a:pPr>
                      <a:r>
                        <a:rPr lang="en-US" sz="400" u="none" cap="none" strike="noStrike"/>
                        <a:t>C2-C3</a:t>
                      </a:r>
                      <a:endParaRPr sz="400" u="none" cap="none" strike="noStrike"/>
                    </a:p>
                  </a:txBody>
                  <a:tcPr marT="7325" marB="7325" marR="14650" marL="14650"/>
                </a:tc>
                <a:tc>
                  <a:txBody>
                    <a:bodyPr/>
                    <a:lstStyle/>
                    <a:p>
                      <a:pPr indent="0" lvl="0" marL="0" marR="0" rtl="0" algn="ctr">
                        <a:spcBef>
                          <a:spcPts val="0"/>
                        </a:spcBef>
                        <a:spcAft>
                          <a:spcPts val="0"/>
                        </a:spcAft>
                        <a:buNone/>
                      </a:pPr>
                      <a:r>
                        <a:rPr lang="en-US" sz="400" u="none" cap="none" strike="noStrike"/>
                        <a:t>1.39</a:t>
                      </a:r>
                      <a:endParaRPr sz="400" u="none" cap="none" strike="noStrike"/>
                    </a:p>
                  </a:txBody>
                  <a:tcPr marT="7325" marB="7325" marR="14650" marL="14650"/>
                </a:tc>
                <a:tc>
                  <a:txBody>
                    <a:bodyPr/>
                    <a:lstStyle/>
                    <a:p>
                      <a:pPr indent="0" lvl="0" marL="0" marR="0" rtl="0" algn="ctr">
                        <a:spcBef>
                          <a:spcPts val="0"/>
                        </a:spcBef>
                        <a:spcAft>
                          <a:spcPts val="0"/>
                        </a:spcAft>
                        <a:buNone/>
                      </a:pPr>
                      <a:r>
                        <a:rPr lang="en-US" sz="400" u="none" cap="none" strike="noStrike"/>
                        <a:t>1.43</a:t>
                      </a:r>
                      <a:endParaRPr sz="400" u="none" cap="none" strike="noStrike"/>
                    </a:p>
                  </a:txBody>
                  <a:tcPr marT="7325" marB="7325" marR="14650" marL="14650"/>
                </a:tc>
              </a:tr>
              <a:tr h="83025">
                <a:tc>
                  <a:txBody>
                    <a:bodyPr/>
                    <a:lstStyle/>
                    <a:p>
                      <a:pPr indent="0" lvl="0" marL="0" marR="0" rtl="0" algn="ctr">
                        <a:spcBef>
                          <a:spcPts val="0"/>
                        </a:spcBef>
                        <a:spcAft>
                          <a:spcPts val="0"/>
                        </a:spcAft>
                        <a:buNone/>
                      </a:pPr>
                      <a:r>
                        <a:rPr lang="en-US" sz="400" u="none" cap="none" strike="noStrike"/>
                        <a:t>C3-C4</a:t>
                      </a:r>
                      <a:endParaRPr sz="400" u="none" cap="none" strike="noStrike"/>
                    </a:p>
                  </a:txBody>
                  <a:tcPr marT="7325" marB="7325" marR="14650" marL="14650"/>
                </a:tc>
                <a:tc>
                  <a:txBody>
                    <a:bodyPr/>
                    <a:lstStyle/>
                    <a:p>
                      <a:pPr indent="0" lvl="0" marL="0" marR="0" rtl="0" algn="ctr">
                        <a:spcBef>
                          <a:spcPts val="0"/>
                        </a:spcBef>
                        <a:spcAft>
                          <a:spcPts val="0"/>
                        </a:spcAft>
                        <a:buNone/>
                      </a:pPr>
                      <a:r>
                        <a:rPr lang="en-US" sz="400" u="none" cap="none" strike="noStrike"/>
                        <a:t>1.38</a:t>
                      </a:r>
                      <a:endParaRPr sz="400" u="none" cap="none" strike="noStrike"/>
                    </a:p>
                  </a:txBody>
                  <a:tcPr marT="7325" marB="7325" marR="14650" marL="14650"/>
                </a:tc>
                <a:tc>
                  <a:txBody>
                    <a:bodyPr/>
                    <a:lstStyle/>
                    <a:p>
                      <a:pPr indent="0" lvl="0" marL="0" marR="0" rtl="0" algn="ctr">
                        <a:spcBef>
                          <a:spcPts val="0"/>
                        </a:spcBef>
                        <a:spcAft>
                          <a:spcPts val="0"/>
                        </a:spcAft>
                        <a:buNone/>
                      </a:pPr>
                      <a:r>
                        <a:rPr lang="en-US" sz="400" u="none" cap="none" strike="noStrike"/>
                        <a:t>1.35</a:t>
                      </a:r>
                      <a:endParaRPr sz="400" u="none" cap="none" strike="noStrike"/>
                    </a:p>
                  </a:txBody>
                  <a:tcPr marT="7325" marB="7325" marR="14650" marL="14650"/>
                </a:tc>
              </a:tr>
              <a:tr h="83025">
                <a:tc>
                  <a:txBody>
                    <a:bodyPr/>
                    <a:lstStyle/>
                    <a:p>
                      <a:pPr indent="0" lvl="0" marL="0" marR="0" rtl="0" algn="ctr">
                        <a:spcBef>
                          <a:spcPts val="0"/>
                        </a:spcBef>
                        <a:spcAft>
                          <a:spcPts val="0"/>
                        </a:spcAft>
                        <a:buNone/>
                      </a:pPr>
                      <a:r>
                        <a:rPr lang="en-US" sz="400" u="none" cap="none" strike="noStrike"/>
                        <a:t>C4-C5</a:t>
                      </a:r>
                      <a:endParaRPr sz="400" u="none" cap="none" strike="noStrike"/>
                    </a:p>
                  </a:txBody>
                  <a:tcPr marT="7325" marB="7325" marR="14650" marL="14650"/>
                </a:tc>
                <a:tc>
                  <a:txBody>
                    <a:bodyPr/>
                    <a:lstStyle/>
                    <a:p>
                      <a:pPr indent="0" lvl="0" marL="0" marR="0" rtl="0" algn="ctr">
                        <a:spcBef>
                          <a:spcPts val="0"/>
                        </a:spcBef>
                        <a:spcAft>
                          <a:spcPts val="0"/>
                        </a:spcAft>
                        <a:buNone/>
                      </a:pPr>
                      <a:r>
                        <a:rPr lang="en-US" sz="400" u="none" cap="none" strike="noStrike"/>
                        <a:t>1.38</a:t>
                      </a:r>
                      <a:endParaRPr sz="400" u="none" cap="none" strike="noStrike"/>
                    </a:p>
                  </a:txBody>
                  <a:tcPr marT="7325" marB="7325" marR="14650" marL="14650"/>
                </a:tc>
                <a:tc>
                  <a:txBody>
                    <a:bodyPr/>
                    <a:lstStyle/>
                    <a:p>
                      <a:pPr indent="0" lvl="0" marL="0" marR="0" rtl="0" algn="ctr">
                        <a:spcBef>
                          <a:spcPts val="0"/>
                        </a:spcBef>
                        <a:spcAft>
                          <a:spcPts val="0"/>
                        </a:spcAft>
                        <a:buNone/>
                      </a:pPr>
                      <a:r>
                        <a:rPr lang="en-US" sz="400" u="none" cap="none" strike="noStrike"/>
                        <a:t>1.44</a:t>
                      </a:r>
                      <a:endParaRPr sz="400" u="none" cap="none" strike="noStrike"/>
                    </a:p>
                  </a:txBody>
                  <a:tcPr marT="7325" marB="7325" marR="14650" marL="14650"/>
                </a:tc>
              </a:tr>
              <a:tr h="83025">
                <a:tc>
                  <a:txBody>
                    <a:bodyPr/>
                    <a:lstStyle/>
                    <a:p>
                      <a:pPr indent="0" lvl="0" marL="0" marR="0" rtl="0" algn="ctr">
                        <a:spcBef>
                          <a:spcPts val="0"/>
                        </a:spcBef>
                        <a:spcAft>
                          <a:spcPts val="0"/>
                        </a:spcAft>
                        <a:buNone/>
                      </a:pPr>
                      <a:r>
                        <a:rPr lang="en-US" sz="400" u="none" cap="none" strike="noStrike"/>
                        <a:t>C5-N1</a:t>
                      </a:r>
                      <a:endParaRPr sz="400" u="none" cap="none" strike="noStrike"/>
                    </a:p>
                  </a:txBody>
                  <a:tcPr marT="7325" marB="7325" marR="14650" marL="14650"/>
                </a:tc>
                <a:tc>
                  <a:txBody>
                    <a:bodyPr/>
                    <a:lstStyle/>
                    <a:p>
                      <a:pPr indent="0" lvl="0" marL="0" marR="0" rtl="0" algn="ctr">
                        <a:spcBef>
                          <a:spcPts val="0"/>
                        </a:spcBef>
                        <a:spcAft>
                          <a:spcPts val="0"/>
                        </a:spcAft>
                        <a:buNone/>
                      </a:pPr>
                      <a:r>
                        <a:rPr lang="en-US" sz="400" u="none" cap="none" strike="noStrike"/>
                        <a:t>1.34</a:t>
                      </a:r>
                      <a:endParaRPr sz="400" u="none" cap="none" strike="noStrike"/>
                    </a:p>
                  </a:txBody>
                  <a:tcPr marT="7325" marB="7325" marR="14650" marL="14650"/>
                </a:tc>
                <a:tc>
                  <a:txBody>
                    <a:bodyPr/>
                    <a:lstStyle/>
                    <a:p>
                      <a:pPr indent="0" lvl="0" marL="0" marR="0" rtl="0" algn="ctr">
                        <a:spcBef>
                          <a:spcPts val="0"/>
                        </a:spcBef>
                        <a:spcAft>
                          <a:spcPts val="0"/>
                        </a:spcAft>
                        <a:buNone/>
                      </a:pPr>
                      <a:r>
                        <a:rPr lang="en-US" sz="400" u="none" cap="none" strike="noStrike"/>
                        <a:t>1.42</a:t>
                      </a:r>
                      <a:endParaRPr sz="400" u="none" cap="none" strike="noStrike"/>
                    </a:p>
                  </a:txBody>
                  <a:tcPr marT="7325" marB="7325" marR="14650" marL="14650"/>
                </a:tc>
              </a:tr>
              <a:tr h="83025">
                <a:tc>
                  <a:txBody>
                    <a:bodyPr/>
                    <a:lstStyle/>
                    <a:p>
                      <a:pPr indent="0" lvl="0" marL="0" marR="0" rtl="0" algn="ctr">
                        <a:spcBef>
                          <a:spcPts val="0"/>
                        </a:spcBef>
                        <a:spcAft>
                          <a:spcPts val="0"/>
                        </a:spcAft>
                        <a:buNone/>
                      </a:pPr>
                      <a:r>
                        <a:rPr lang="en-US" sz="400" u="none" cap="none" strike="noStrike"/>
                        <a:t>C5-C6</a:t>
                      </a:r>
                      <a:endParaRPr sz="400" u="none" cap="none" strike="noStrike"/>
                    </a:p>
                  </a:txBody>
                  <a:tcPr marT="7325" marB="7325" marR="14650" marL="14650"/>
                </a:tc>
                <a:tc>
                  <a:txBody>
                    <a:bodyPr/>
                    <a:lstStyle/>
                    <a:p>
                      <a:pPr indent="0" lvl="0" marL="0" marR="0" rtl="0" algn="ctr">
                        <a:spcBef>
                          <a:spcPts val="0"/>
                        </a:spcBef>
                        <a:spcAft>
                          <a:spcPts val="0"/>
                        </a:spcAft>
                        <a:buNone/>
                      </a:pPr>
                      <a:r>
                        <a:rPr lang="en-US" sz="400" u="none" cap="none" strike="noStrike"/>
                        <a:t>1.49</a:t>
                      </a:r>
                      <a:endParaRPr sz="400" u="none" cap="none" strike="noStrike"/>
                    </a:p>
                  </a:txBody>
                  <a:tcPr marT="7325" marB="7325" marR="14650" marL="14650"/>
                </a:tc>
                <a:tc>
                  <a:txBody>
                    <a:bodyPr/>
                    <a:lstStyle/>
                    <a:p>
                      <a:pPr indent="0" lvl="0" marL="0" marR="0" rtl="0" algn="ctr">
                        <a:spcBef>
                          <a:spcPts val="0"/>
                        </a:spcBef>
                        <a:spcAft>
                          <a:spcPts val="0"/>
                        </a:spcAft>
                        <a:buNone/>
                      </a:pPr>
                      <a:r>
                        <a:rPr lang="en-US" sz="400" u="none" cap="none" strike="noStrike"/>
                        <a:t>1.35</a:t>
                      </a:r>
                      <a:endParaRPr sz="400" u="none" cap="none" strike="noStrike"/>
                    </a:p>
                  </a:txBody>
                  <a:tcPr marT="7325" marB="7325" marR="14650" marL="14650"/>
                </a:tc>
              </a:tr>
            </a:tbl>
          </a:graphicData>
        </a:graphic>
      </p:graphicFrame>
      <p:pic>
        <p:nvPicPr>
          <p:cNvPr id="188" name="Google Shape;188;p19"/>
          <p:cNvPicPr preferRelativeResize="0"/>
          <p:nvPr/>
        </p:nvPicPr>
        <p:blipFill rotWithShape="1">
          <a:blip r:embed="rId9">
            <a:alphaModFix/>
          </a:blip>
          <a:srcRect b="0" l="26677" r="22627" t="0"/>
          <a:stretch/>
        </p:blipFill>
        <p:spPr>
          <a:xfrm>
            <a:off x="5706779" y="2685470"/>
            <a:ext cx="953754" cy="791262"/>
          </a:xfrm>
          <a:prstGeom prst="rect">
            <a:avLst/>
          </a:prstGeom>
          <a:noFill/>
          <a:ln>
            <a:noFill/>
          </a:ln>
        </p:spPr>
      </p:pic>
      <p:pic>
        <p:nvPicPr>
          <p:cNvPr id="189" name="Google Shape;189;p19"/>
          <p:cNvPicPr preferRelativeResize="0"/>
          <p:nvPr/>
        </p:nvPicPr>
        <p:blipFill rotWithShape="1">
          <a:blip r:embed="rId10">
            <a:alphaModFix/>
          </a:blip>
          <a:srcRect b="0" l="14770" r="11453" t="0"/>
          <a:stretch/>
        </p:blipFill>
        <p:spPr>
          <a:xfrm>
            <a:off x="2195240" y="3278879"/>
            <a:ext cx="908238" cy="486402"/>
          </a:xfrm>
          <a:prstGeom prst="rect">
            <a:avLst/>
          </a:prstGeom>
          <a:noFill/>
          <a:ln>
            <a:noFill/>
          </a:ln>
        </p:spPr>
      </p:pic>
      <p:sp>
        <p:nvSpPr>
          <p:cNvPr id="190" name="Google Shape;190;p19"/>
          <p:cNvSpPr/>
          <p:nvPr/>
        </p:nvSpPr>
        <p:spPr>
          <a:xfrm>
            <a:off x="4479774" y="5017472"/>
            <a:ext cx="2419800" cy="10785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lang="en-US" sz="641">
                <a:solidFill>
                  <a:schemeClr val="dk1"/>
                </a:solidFill>
                <a:latin typeface="Times New Roman"/>
                <a:ea typeface="Times New Roman"/>
                <a:cs typeface="Times New Roman"/>
                <a:sym typeface="Times New Roman"/>
              </a:rPr>
              <a:t>A non-innocent ligand supported borenium cation has been successfully synthesized and it’s structure has been characterized by crystal data. Protonation of the borenium cation took place at the ligand led to a  tricoordinate boron dication which might have some reaction potential. Although the borenium complex is not able to catalyze hydrosilylation of benzaldehyde and decomposes slowly under H</a:t>
            </a:r>
            <a:r>
              <a:rPr baseline="-25000" lang="en-US" sz="641">
                <a:solidFill>
                  <a:schemeClr val="dk1"/>
                </a:solidFill>
                <a:latin typeface="Times New Roman"/>
                <a:ea typeface="Times New Roman"/>
                <a:cs typeface="Times New Roman"/>
                <a:sym typeface="Times New Roman"/>
              </a:rPr>
              <a:t>2</a:t>
            </a:r>
            <a:r>
              <a:rPr lang="en-US" sz="641">
                <a:solidFill>
                  <a:schemeClr val="dk1"/>
                </a:solidFill>
                <a:latin typeface="Times New Roman"/>
                <a:ea typeface="Times New Roman"/>
                <a:cs typeface="Times New Roman"/>
                <a:sym typeface="Times New Roman"/>
              </a:rPr>
              <a:t>, the non-innocent ligand and boron center cooperatively promote the dehydrogenation of amine-borane at room temperature. The resulting boronium cation can be heated to 60 </a:t>
            </a:r>
            <a:r>
              <a:rPr baseline="30000" lang="en-US" sz="641">
                <a:solidFill>
                  <a:schemeClr val="dk1"/>
                </a:solidFill>
                <a:latin typeface="Times New Roman"/>
                <a:ea typeface="Times New Roman"/>
                <a:cs typeface="Times New Roman"/>
                <a:sym typeface="Times New Roman"/>
              </a:rPr>
              <a:t>o</a:t>
            </a:r>
            <a:r>
              <a:rPr lang="en-US" sz="641">
                <a:solidFill>
                  <a:schemeClr val="dk1"/>
                </a:solidFill>
                <a:latin typeface="Times New Roman"/>
                <a:ea typeface="Times New Roman"/>
                <a:cs typeface="Times New Roman"/>
                <a:sym typeface="Times New Roman"/>
              </a:rPr>
              <a:t>C to regenerate the original borenium cation. </a:t>
            </a:r>
            <a:endParaRPr sz="641">
              <a:solidFill>
                <a:schemeClr val="dk1"/>
              </a:solidFill>
              <a:latin typeface="Corbel"/>
              <a:ea typeface="Corbel"/>
              <a:cs typeface="Corbel"/>
              <a:sym typeface="Corbel"/>
            </a:endParaRPr>
          </a:p>
        </p:txBody>
      </p:sp>
      <p:sp>
        <p:nvSpPr>
          <p:cNvPr id="191" name="Google Shape;191;p19"/>
          <p:cNvSpPr txBox="1"/>
          <p:nvPr/>
        </p:nvSpPr>
        <p:spPr>
          <a:xfrm>
            <a:off x="3667639" y="5322656"/>
            <a:ext cx="583148" cy="2501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aseline="30000" lang="en-US" sz="513">
                <a:solidFill>
                  <a:srgbClr val="A72326"/>
                </a:solidFill>
                <a:latin typeface="Corbel"/>
                <a:ea typeface="Corbel"/>
                <a:cs typeface="Corbel"/>
                <a:sym typeface="Corbel"/>
              </a:rPr>
              <a:t>11</a:t>
            </a:r>
            <a:r>
              <a:rPr lang="en-US" sz="513">
                <a:solidFill>
                  <a:srgbClr val="A72326"/>
                </a:solidFill>
                <a:latin typeface="Corbel"/>
                <a:ea typeface="Corbel"/>
                <a:cs typeface="Corbel"/>
                <a:sym typeface="Corbel"/>
              </a:rPr>
              <a:t>B NMR 28.20 ppm</a:t>
            </a:r>
            <a:endParaRPr baseline="30000" sz="513">
              <a:solidFill>
                <a:srgbClr val="A72326"/>
              </a:solidFill>
              <a:latin typeface="Corbel"/>
              <a:ea typeface="Corbel"/>
              <a:cs typeface="Corbel"/>
              <a:sym typeface="Corbel"/>
            </a:endParaRPr>
          </a:p>
        </p:txBody>
      </p:sp>
      <p:sp>
        <p:nvSpPr>
          <p:cNvPr id="192" name="Google Shape;192;p19"/>
          <p:cNvSpPr/>
          <p:nvPr/>
        </p:nvSpPr>
        <p:spPr>
          <a:xfrm>
            <a:off x="2144398" y="4643696"/>
            <a:ext cx="1610772" cy="126175"/>
          </a:xfrm>
          <a:prstGeom prst="rect">
            <a:avLst/>
          </a:prstGeom>
          <a:solidFill>
            <a:srgbClr val="8BD5E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960">
                <a:solidFill>
                  <a:schemeClr val="dk1"/>
                </a:solidFill>
                <a:latin typeface="Corbel"/>
                <a:ea typeface="Corbel"/>
                <a:cs typeface="Corbel"/>
                <a:sym typeface="Corbel"/>
              </a:rPr>
              <a:t>Borane Dication</a:t>
            </a:r>
            <a:endParaRPr baseline="-25000" sz="960">
              <a:solidFill>
                <a:schemeClr val="dk1"/>
              </a:solidFill>
              <a:latin typeface="Corbel"/>
              <a:ea typeface="Corbel"/>
              <a:cs typeface="Corbel"/>
              <a:sym typeface="Corbel"/>
            </a:endParaRPr>
          </a:p>
        </p:txBody>
      </p:sp>
      <p:sp>
        <p:nvSpPr>
          <p:cNvPr id="193" name="Google Shape;193;p19"/>
          <p:cNvSpPr/>
          <p:nvPr/>
        </p:nvSpPr>
        <p:spPr>
          <a:xfrm>
            <a:off x="4479774" y="6254516"/>
            <a:ext cx="2419800" cy="68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641">
                <a:solidFill>
                  <a:schemeClr val="dk1"/>
                </a:solidFill>
                <a:latin typeface="Times New Roman"/>
                <a:ea typeface="Times New Roman"/>
                <a:cs typeface="Times New Roman"/>
                <a:sym typeface="Times New Roman"/>
              </a:rPr>
              <a:t> 1. U. Gellrich, D. P. Yael, , L. J. W. Shimon, and D. Milstein, </a:t>
            </a:r>
            <a:r>
              <a:rPr i="1" lang="en-US" sz="641">
                <a:solidFill>
                  <a:schemeClr val="dk1"/>
                </a:solidFill>
                <a:latin typeface="Times New Roman"/>
                <a:ea typeface="Times New Roman"/>
                <a:cs typeface="Times New Roman"/>
                <a:sym typeface="Times New Roman"/>
              </a:rPr>
              <a:t>J. Am.</a:t>
            </a:r>
            <a:endParaRPr/>
          </a:p>
          <a:p>
            <a:pPr indent="0" lvl="0" marL="0" marR="0" rtl="0" algn="l">
              <a:spcBef>
                <a:spcPts val="0"/>
              </a:spcBef>
              <a:spcAft>
                <a:spcPts val="0"/>
              </a:spcAft>
              <a:buNone/>
            </a:pPr>
            <a:r>
              <a:rPr i="1" lang="en-US" sz="641">
                <a:solidFill>
                  <a:schemeClr val="dk1"/>
                </a:solidFill>
                <a:latin typeface="Times New Roman"/>
                <a:ea typeface="Times New Roman"/>
                <a:cs typeface="Times New Roman"/>
                <a:sym typeface="Times New Roman"/>
              </a:rPr>
              <a:t>     Chem. Soc., </a:t>
            </a:r>
            <a:r>
              <a:rPr b="1" lang="en-US" sz="641">
                <a:solidFill>
                  <a:schemeClr val="dk1"/>
                </a:solidFill>
                <a:latin typeface="Times New Roman"/>
                <a:ea typeface="Times New Roman"/>
                <a:cs typeface="Times New Roman"/>
                <a:sym typeface="Times New Roman"/>
              </a:rPr>
              <a:t>2016,</a:t>
            </a:r>
            <a:r>
              <a:rPr lang="en-US" sz="641">
                <a:solidFill>
                  <a:schemeClr val="dk1"/>
                </a:solidFill>
                <a:latin typeface="Times New Roman"/>
                <a:ea typeface="Times New Roman"/>
                <a:cs typeface="Times New Roman"/>
                <a:sym typeface="Times New Roman"/>
              </a:rPr>
              <a:t> </a:t>
            </a:r>
            <a:r>
              <a:rPr i="1" lang="en-US" sz="641">
                <a:solidFill>
                  <a:schemeClr val="dk1"/>
                </a:solidFill>
                <a:latin typeface="Times New Roman"/>
                <a:ea typeface="Times New Roman"/>
                <a:cs typeface="Times New Roman"/>
                <a:sym typeface="Times New Roman"/>
              </a:rPr>
              <a:t>138</a:t>
            </a:r>
            <a:r>
              <a:rPr lang="en-US" sz="641">
                <a:solidFill>
                  <a:schemeClr val="dk1"/>
                </a:solidFill>
                <a:latin typeface="Times New Roman"/>
                <a:ea typeface="Times New Roman"/>
                <a:cs typeface="Times New Roman"/>
                <a:sym typeface="Times New Roman"/>
              </a:rPr>
              <a:t>, 13307.</a:t>
            </a:r>
            <a:endParaRPr/>
          </a:p>
          <a:p>
            <a:pPr indent="0" lvl="0" marL="0" marR="0" rtl="0" algn="l">
              <a:spcBef>
                <a:spcPts val="0"/>
              </a:spcBef>
              <a:spcAft>
                <a:spcPts val="0"/>
              </a:spcAft>
              <a:buNone/>
            </a:pPr>
            <a:r>
              <a:rPr lang="en-US" sz="641">
                <a:solidFill>
                  <a:schemeClr val="dk1"/>
                </a:solidFill>
                <a:latin typeface="Times New Roman"/>
                <a:ea typeface="Times New Roman"/>
                <a:cs typeface="Times New Roman"/>
                <a:sym typeface="Times New Roman"/>
              </a:rPr>
              <a:t> 2. S. E. Denmark* and Y. Ueki, </a:t>
            </a:r>
            <a:r>
              <a:rPr i="1" lang="en-US" sz="641">
                <a:solidFill>
                  <a:schemeClr val="dk1"/>
                </a:solidFill>
                <a:latin typeface="Times New Roman"/>
                <a:ea typeface="Times New Roman"/>
                <a:cs typeface="Times New Roman"/>
                <a:sym typeface="Times New Roman"/>
              </a:rPr>
              <a:t>Organometallics</a:t>
            </a:r>
            <a:r>
              <a:rPr lang="en-US" sz="641">
                <a:solidFill>
                  <a:schemeClr val="dk1"/>
                </a:solidFill>
                <a:latin typeface="Times New Roman"/>
                <a:ea typeface="Times New Roman"/>
                <a:cs typeface="Times New Roman"/>
                <a:sym typeface="Times New Roman"/>
              </a:rPr>
              <a:t>, </a:t>
            </a:r>
            <a:r>
              <a:rPr b="1" lang="en-US" sz="641">
                <a:solidFill>
                  <a:schemeClr val="dk1"/>
                </a:solidFill>
                <a:latin typeface="Times New Roman"/>
                <a:ea typeface="Times New Roman"/>
                <a:cs typeface="Times New Roman"/>
                <a:sym typeface="Times New Roman"/>
              </a:rPr>
              <a:t>2013</a:t>
            </a:r>
            <a:r>
              <a:rPr lang="en-US" sz="641">
                <a:solidFill>
                  <a:schemeClr val="dk1"/>
                </a:solidFill>
                <a:latin typeface="Times New Roman"/>
                <a:ea typeface="Times New Roman"/>
                <a:cs typeface="Times New Roman"/>
                <a:sym typeface="Times New Roman"/>
              </a:rPr>
              <a:t>, </a:t>
            </a:r>
            <a:r>
              <a:rPr i="1" lang="en-US" sz="641">
                <a:solidFill>
                  <a:schemeClr val="dk1"/>
                </a:solidFill>
                <a:latin typeface="Times New Roman"/>
                <a:ea typeface="Times New Roman"/>
                <a:cs typeface="Times New Roman"/>
                <a:sym typeface="Times New Roman"/>
              </a:rPr>
              <a:t>32</a:t>
            </a:r>
            <a:r>
              <a:rPr lang="en-US" sz="641">
                <a:solidFill>
                  <a:schemeClr val="dk1"/>
                </a:solidFill>
                <a:latin typeface="Times New Roman"/>
                <a:ea typeface="Times New Roman"/>
                <a:cs typeface="Times New Roman"/>
                <a:sym typeface="Times New Roman"/>
              </a:rPr>
              <a:t>, 6631.</a:t>
            </a:r>
            <a:endParaRPr sz="641">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641">
                <a:solidFill>
                  <a:schemeClr val="dk1"/>
                </a:solidFill>
                <a:latin typeface="Times New Roman"/>
                <a:ea typeface="Times New Roman"/>
                <a:cs typeface="Times New Roman"/>
                <a:sym typeface="Times New Roman"/>
              </a:rPr>
              <a:t> 3. J. M. Farrell, J. A. Hatnean, and D. W. Stephan, </a:t>
            </a:r>
            <a:r>
              <a:rPr i="1" lang="en-US" sz="641">
                <a:solidFill>
                  <a:schemeClr val="dk1"/>
                </a:solidFill>
                <a:latin typeface="Times New Roman"/>
                <a:ea typeface="Times New Roman"/>
                <a:cs typeface="Times New Roman"/>
                <a:sym typeface="Times New Roman"/>
              </a:rPr>
              <a:t>J. Am. Chem. Soc</a:t>
            </a:r>
            <a:r>
              <a:rPr lang="en-US" sz="641">
                <a:solidFill>
                  <a:schemeClr val="dk1"/>
                </a:solidFill>
                <a:latin typeface="Times New Roman"/>
                <a:ea typeface="Times New Roman"/>
                <a:cs typeface="Times New Roman"/>
                <a:sym typeface="Times New Roman"/>
              </a:rPr>
              <a:t>.,</a:t>
            </a:r>
            <a:r>
              <a:rPr b="1" lang="en-US" sz="641">
                <a:solidFill>
                  <a:schemeClr val="dk1"/>
                </a:solidFill>
                <a:latin typeface="Times New Roman"/>
                <a:ea typeface="Times New Roman"/>
                <a:cs typeface="Times New Roman"/>
                <a:sym typeface="Times New Roman"/>
              </a:rPr>
              <a:t>2012</a:t>
            </a:r>
            <a:r>
              <a:rPr lang="en-US" sz="641">
                <a:solidFill>
                  <a:schemeClr val="dk1"/>
                </a:solidFill>
                <a:latin typeface="Times New Roman"/>
                <a:ea typeface="Times New Roman"/>
                <a:cs typeface="Times New Roman"/>
                <a:sym typeface="Times New Roman"/>
              </a:rPr>
              <a:t>, </a:t>
            </a:r>
            <a:r>
              <a:rPr i="1" lang="en-US" sz="641">
                <a:solidFill>
                  <a:schemeClr val="dk1"/>
                </a:solidFill>
                <a:latin typeface="Times New Roman"/>
                <a:ea typeface="Times New Roman"/>
                <a:cs typeface="Times New Roman"/>
                <a:sym typeface="Times New Roman"/>
              </a:rPr>
              <a:t>134</a:t>
            </a:r>
            <a:r>
              <a:rPr lang="en-US" sz="641">
                <a:solidFill>
                  <a:schemeClr val="dk1"/>
                </a:solidFill>
                <a:latin typeface="Times New Roman"/>
                <a:ea typeface="Times New Roman"/>
                <a:cs typeface="Times New Roman"/>
                <a:sym typeface="Times New Roman"/>
              </a:rPr>
              <a:t>, 15728.</a:t>
            </a:r>
            <a:endParaRPr sz="641">
              <a:solidFill>
                <a:schemeClr val="dk1"/>
              </a:solidFill>
              <a:latin typeface="Times New Roman"/>
              <a:ea typeface="Times New Roman"/>
              <a:cs typeface="Times New Roman"/>
              <a:sym typeface="Times New Roman"/>
            </a:endParaRPr>
          </a:p>
        </p:txBody>
      </p:sp>
      <p:pic>
        <p:nvPicPr>
          <p:cNvPr id="194" name="Google Shape;194;p19"/>
          <p:cNvPicPr preferRelativeResize="0"/>
          <p:nvPr/>
        </p:nvPicPr>
        <p:blipFill rotWithShape="1">
          <a:blip r:embed="rId11">
            <a:alphaModFix/>
          </a:blip>
          <a:srcRect b="0" l="0" r="0" t="0"/>
          <a:stretch/>
        </p:blipFill>
        <p:spPr>
          <a:xfrm>
            <a:off x="3235017" y="2339295"/>
            <a:ext cx="620102" cy="289957"/>
          </a:xfrm>
          <a:prstGeom prst="rect">
            <a:avLst/>
          </a:prstGeom>
          <a:noFill/>
          <a:ln>
            <a:noFill/>
          </a:ln>
        </p:spPr>
      </p:pic>
      <p:pic>
        <p:nvPicPr>
          <p:cNvPr id="195" name="Google Shape;195;p19"/>
          <p:cNvPicPr preferRelativeResize="0"/>
          <p:nvPr/>
        </p:nvPicPr>
        <p:blipFill rotWithShape="1">
          <a:blip r:embed="rId12">
            <a:alphaModFix/>
          </a:blip>
          <a:srcRect b="0" l="0" r="0" t="0"/>
          <a:stretch/>
        </p:blipFill>
        <p:spPr>
          <a:xfrm>
            <a:off x="2326738" y="4795997"/>
            <a:ext cx="1914736" cy="534386"/>
          </a:xfrm>
          <a:prstGeom prst="rect">
            <a:avLst/>
          </a:prstGeom>
          <a:noFill/>
          <a:ln>
            <a:noFill/>
          </a:ln>
        </p:spPr>
      </p:pic>
      <p:pic>
        <p:nvPicPr>
          <p:cNvPr id="196" name="Google Shape;196;p19"/>
          <p:cNvPicPr preferRelativeResize="0"/>
          <p:nvPr/>
        </p:nvPicPr>
        <p:blipFill rotWithShape="1">
          <a:blip r:embed="rId13">
            <a:alphaModFix/>
          </a:blip>
          <a:srcRect b="0" l="0" r="0" t="0"/>
          <a:stretch/>
        </p:blipFill>
        <p:spPr>
          <a:xfrm>
            <a:off x="2399228" y="5579899"/>
            <a:ext cx="1612824" cy="56363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0"/>
          <p:cNvSpPr/>
          <p:nvPr/>
        </p:nvSpPr>
        <p:spPr>
          <a:xfrm>
            <a:off x="1441050" y="2732200"/>
            <a:ext cx="6261900" cy="11895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6600">
                <a:solidFill>
                  <a:srgbClr val="0070C0"/>
                </a:solidFill>
                <a:latin typeface="Corbel"/>
                <a:ea typeface="Corbel"/>
                <a:cs typeface="Corbel"/>
                <a:sym typeface="Corbel"/>
              </a:rPr>
              <a:t>Thank You</a:t>
            </a:r>
            <a:endParaRPr sz="6600">
              <a:solidFill>
                <a:srgbClr val="0070C0"/>
              </a:solidFill>
              <a:latin typeface="Corbel"/>
              <a:ea typeface="Corbel"/>
              <a:cs typeface="Corbel"/>
              <a:sym typeface="Corbel"/>
            </a:endParaRPr>
          </a:p>
        </p:txBody>
      </p:sp>
    </p:spTree>
  </p:cSld>
  <p:clrMapOvr>
    <a:masterClrMapping/>
  </p:clrMapOvr>
</p:sld>
</file>

<file path=ppt/theme/theme1.xml><?xml version="1.0" encoding="utf-8"?>
<a:theme xmlns:a="http://schemas.openxmlformats.org/drawingml/2006/main" xmlns:r="http://schemas.openxmlformats.org/officeDocument/2006/relationships"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